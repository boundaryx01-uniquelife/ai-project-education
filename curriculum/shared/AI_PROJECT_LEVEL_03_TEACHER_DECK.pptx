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ce989b43ad4354" /><Relationship Type="http://schemas.openxmlformats.org/officeDocument/2006/relationships/extended-properties" Target="/docProps/app.xml" Id="R9ee1e8395ab14c56" /><Relationship Type="http://schemas.openxmlformats.org/officeDocument/2006/relationships/officeDocument" Target="/ppt/presentation.xml" Id="R8687bacb318846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7af7a5b1044174"/>
  </p:sldMasterIdLst>
  <p:notesMasterIdLst>
    <p:notesMasterId xmlns:r="http://schemas.openxmlformats.org/officeDocument/2006/relationships" r:id="R87b285c8cd934c29"/>
  </p:notesMasterIdLst>
  <p:sldIdLst>
    <p:sldId xmlns:r="http://schemas.openxmlformats.org/officeDocument/2006/relationships" id="256" r:id="Ra3e2d042636d4295"/>
    <p:sldId xmlns:r="http://schemas.openxmlformats.org/officeDocument/2006/relationships" id="257" r:id="R8b1d476efc8246a8"/>
    <p:sldId xmlns:r="http://schemas.openxmlformats.org/officeDocument/2006/relationships" id="258" r:id="R6e18e4c25b7a4d6a"/>
    <p:sldId xmlns:r="http://schemas.openxmlformats.org/officeDocument/2006/relationships" id="259" r:id="Rb23283f9c3c44597"/>
    <p:sldId xmlns:r="http://schemas.openxmlformats.org/officeDocument/2006/relationships" id="260" r:id="Rd59fde924efe405f"/>
    <p:sldId xmlns:r="http://schemas.openxmlformats.org/officeDocument/2006/relationships" id="261" r:id="Rf8d19a73a9384f43"/>
    <p:sldId xmlns:r="http://schemas.openxmlformats.org/officeDocument/2006/relationships" id="262" r:id="R5786a0e3abd24006"/>
    <p:sldId xmlns:r="http://schemas.openxmlformats.org/officeDocument/2006/relationships" id="263" r:id="Rca2c5b8a06e04d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5ad2330f1d49a0" /><Relationship Type="http://schemas.openxmlformats.org/officeDocument/2006/relationships/slideMaster" Target="/ppt/slideMasters/slideMaster1.xml" Id="R7c7af7a5b1044174" /><Relationship Type="http://schemas.openxmlformats.org/officeDocument/2006/relationships/notesMaster" Target="/ppt/notesMasters/notesMaster1.xml" Id="R87b285c8cd934c29" /><Relationship Type="http://schemas.openxmlformats.org/officeDocument/2006/relationships/presProps" Target="/ppt/presProps.xml" Id="R20a4ad0613a94615" /><Relationship Type="http://schemas.openxmlformats.org/officeDocument/2006/relationships/tableStyles" Target="/ppt/tableStyles.xml" Id="R14f0fb9875f34cad" /><Relationship Type="http://schemas.openxmlformats.org/officeDocument/2006/relationships/slide" Target="/ppt/slides/slide1.xml" Id="Ra3e2d042636d4295" /><Relationship Type="http://schemas.openxmlformats.org/officeDocument/2006/relationships/slide" Target="/ppt/slides/slide2.xml" Id="R8b1d476efc8246a8" /><Relationship Type="http://schemas.openxmlformats.org/officeDocument/2006/relationships/slide" Target="/ppt/slides/slide3.xml" Id="R6e18e4c25b7a4d6a" /><Relationship Type="http://schemas.openxmlformats.org/officeDocument/2006/relationships/slide" Target="/ppt/slides/slide4.xml" Id="Rb23283f9c3c44597" /><Relationship Type="http://schemas.openxmlformats.org/officeDocument/2006/relationships/slide" Target="/ppt/slides/slide5.xml" Id="Rd59fde924efe405f" /><Relationship Type="http://schemas.openxmlformats.org/officeDocument/2006/relationships/slide" Target="/ppt/slides/slide6.xml" Id="Rf8d19a73a9384f43" /><Relationship Type="http://schemas.openxmlformats.org/officeDocument/2006/relationships/slide" Target="/ppt/slides/slide7.xml" Id="R5786a0e3abd24006" /><Relationship Type="http://schemas.openxmlformats.org/officeDocument/2006/relationships/slide" Target="/ppt/slides/slide8.xml" Id="Rca2c5b8a06e04d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6349bf9d3d42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2786f5892e482c" /><Relationship Type="http://schemas.openxmlformats.org/officeDocument/2006/relationships/notesMaster" Target="/ppt/notesMasters/notesMaster1.xml" Id="R43def16751e048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1831ba669d4415" /><Relationship Type="http://schemas.openxmlformats.org/officeDocument/2006/relationships/notesMaster" Target="/ppt/notesMasters/notesMaster1.xml" Id="R3ce53831cdc745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68a25b5e1b4866" /><Relationship Type="http://schemas.openxmlformats.org/officeDocument/2006/relationships/notesMaster" Target="/ppt/notesMasters/notesMaster1.xml" Id="R5d24743f44fc40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2607470c264f47" /><Relationship Type="http://schemas.openxmlformats.org/officeDocument/2006/relationships/notesMaster" Target="/ppt/notesMasters/notesMaster1.xml" Id="R06ac7a34b57646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133ba858a84988" /><Relationship Type="http://schemas.openxmlformats.org/officeDocument/2006/relationships/notesMaster" Target="/ppt/notesMasters/notesMaster1.xml" Id="R466cedb9226945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e9eb23cc074180" /><Relationship Type="http://schemas.openxmlformats.org/officeDocument/2006/relationships/notesMaster" Target="/ppt/notesMasters/notesMaster1.xml" Id="R6bb36b4d00d943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71c4d37cbd4b68" /><Relationship Type="http://schemas.openxmlformats.org/officeDocument/2006/relationships/notesMaster" Target="/ppt/notesMasters/notesMaster1.xml" Id="R6bc7f28cdcaa4c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739fc5e7a64c21" /><Relationship Type="http://schemas.openxmlformats.org/officeDocument/2006/relationships/notesMaster" Target="/ppt/notesMasters/notesMaster1.xml" Id="R2490aa8ab79548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4379fad2246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d407f274124db8" /><Relationship Type="http://schemas.openxmlformats.org/officeDocument/2006/relationships/slideLayout" Target="/ppt/slideLayouts/slideLayout1.xml" Id="R8aedb1c4b36241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edb1c4b36241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ef87e8c854697" /><Relationship Type="http://schemas.openxmlformats.org/officeDocument/2006/relationships/notesSlide" Target="/ppt/notesSlides/notesSlide1.xml" Id="R617920799ff244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2e79e971746e2" /><Relationship Type="http://schemas.openxmlformats.org/officeDocument/2006/relationships/notesSlide" Target="/ppt/notesSlides/notesSlide2.xml" Id="Rda3aa05b9f9044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a565c2e57437b" /><Relationship Type="http://schemas.openxmlformats.org/officeDocument/2006/relationships/notesSlide" Target="/ppt/notesSlides/notesSlide3.xml" Id="R2469a3bbda4046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83de19644483f" /><Relationship Type="http://schemas.openxmlformats.org/officeDocument/2006/relationships/notesSlide" Target="/ppt/notesSlides/notesSlide4.xml" Id="R97523f7298ad44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ae96be0fa4a50" /><Relationship Type="http://schemas.openxmlformats.org/officeDocument/2006/relationships/notesSlide" Target="/ppt/notesSlides/notesSlide5.xml" Id="Rbcc0650a3d624a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6250577ff48ae" /><Relationship Type="http://schemas.openxmlformats.org/officeDocument/2006/relationships/notesSlide" Target="/ppt/notesSlides/notesSlide6.xml" Id="R18234fe9aa7049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92665e5ab4ac2" /><Relationship Type="http://schemas.openxmlformats.org/officeDocument/2006/relationships/notesSlide" Target="/ppt/notesSlides/notesSlide7.xml" Id="R6da646bbe3f640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d88a5fdd04bf3" /><Relationship Type="http://schemas.openxmlformats.org/officeDocument/2006/relationships/notesSlide" Target="/ppt/notesSlides/notesSlide8.xml" Id="Rfaee6de86d0f49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A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763E1-FE86-4553-AF6F-DB9B1140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DFFF"/>
                </a:solidFill>
              </a:defRPr>
            </a:pPr>
            <a:r>
              <a:rPr sz="1350" b="1">
                <a:solidFill>
                  <a:srgbClr val="D7DFFF"/>
                </a:solidFill>
              </a:rPr>
              <a:t>LEVEL 03 · BUSAN DATA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F9C30-F977-405F-B918-B06BE6A1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부산의 데이터를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00B4A-148E-4D0E-9480-4A7FBFA2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C5EC59"/>
                </a:solidFill>
              </a:defRPr>
            </a:pPr>
            <a:r>
              <a:rPr sz="4950" b="1">
                <a:solidFill>
                  <a:srgbClr val="C5EC59"/>
                </a:solidFill>
              </a:rPr>
              <a:t>믿을 수 있는 정보로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BE087-931F-4906-B1DF-543E8276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보여 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329B7-5491-4CF7-BDF7-2A1A677B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4E8F9"/>
                </a:solidFill>
              </a:defRPr>
            </a:pPr>
            <a:r>
              <a:rPr sz="2025" b="0">
                <a:solidFill>
                  <a:srgbClr val="E4E8F9"/>
                </a:solidFill>
              </a:rPr>
              <a:t>외부 데이터의 정상·빈 결과·오류를 모두 사용자 경험으로 바꾸는 프로젝트입니다.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2776C-5F57-40A2-B32D-96874C00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047875" cy="2047875"/>
          </a:xfrm>
          <a:prstGeom xmlns:a="http://schemas.openxmlformats.org/drawingml/2006/main" prst="roundRect">
            <a:avLst>
              <a:gd name="adj" fmla="val 11163"/>
            </a:avLst>
          </a:prstGeom>
          <a:solidFill xmlns:a="http://schemas.openxmlformats.org/drawingml/2006/main">
            <a:srgbClr val="28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16EBC-D070-49D7-AF1F-E9A5DA50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8600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C5EC59"/>
                </a:solidFill>
              </a:defRPr>
            </a:pPr>
            <a:r>
              <a:rPr sz="4050" b="1">
                <a:solidFill>
                  <a:srgbClr val="C5EC59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8E85A-55CF-494D-B91A-9CA3C3CB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575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BUSAN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3A86C-5501-4C5A-AEE5-E92E76D8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103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DFFF"/>
                </a:solidFill>
              </a:defRPr>
            </a:pPr>
            <a:r>
              <a:rPr sz="1200" b="1">
                <a:solidFill>
                  <a:srgbClr val="D7DFFF"/>
                </a:solidFill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889709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4939E-FD8B-4E29-BDF7-9606A96D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BCC6B-4D46-4A77-9F11-BEB1869A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02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64EC4-8DD2-409F-A20F-E9B4EC4C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2BF19-89F6-4414-B36D-21D836A1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9D6"/>
                </a:solidFill>
              </a:defRPr>
            </a:pPr>
            <a:r>
              <a:rPr sz="1275" b="1">
                <a:solidFill>
                  <a:srgbClr val="2879D6"/>
                </a:solidFill>
              </a:rPr>
              <a:t>데이터의 책임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CFAB8-260E-4337-B905-E2165908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보이는 정보보다,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FECB7-9714-41A8-A3CA-06719ED6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879D6"/>
                </a:solidFill>
              </a:defRPr>
            </a:pPr>
            <a:r>
              <a:rPr sz="4350" b="1">
                <a:solidFill>
                  <a:srgbClr val="2879D6"/>
                </a:solidFill>
              </a:rPr>
              <a:t>근거가 중요합니다.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52395-8F63-4C03-AD68-87BBEA89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FA79F-D896-4960-BA92-4BB0D8AA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9D6"/>
                </a:solidFill>
              </a:defRPr>
            </a:pPr>
            <a:r>
              <a:rPr sz="2025" b="1">
                <a:solidFill>
                  <a:srgbClr val="2879D6"/>
                </a:solidFill>
              </a:rPr>
              <a:t>출처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CF1E7-93FE-4743-8CA4-4936FED2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14775"/>
            <a:ext cx="762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B2D"/>
                </a:solidFill>
              </a:defRPr>
            </a:pPr>
            <a:r>
              <a:rPr sz="1950" b="0">
                <a:solidFill>
                  <a:srgbClr val="171B2D"/>
                </a:solidFill>
              </a:rPr>
              <a:t>어디에서 온 데이터인지 보여 준다.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D5DA3-2519-4405-90F8-6C478E8A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25584-74B5-49F5-ABAA-F2BD75E9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9D6"/>
                </a:solidFill>
              </a:defRPr>
            </a:pPr>
            <a:r>
              <a:rPr sz="2025" b="1">
                <a:solidFill>
                  <a:srgbClr val="2879D6"/>
                </a:solidFill>
              </a:rPr>
              <a:t>갱신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0A771-644B-44CA-BFFE-CCA64090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00575"/>
            <a:ext cx="762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B2D"/>
                </a:solidFill>
              </a:defRPr>
            </a:pPr>
            <a:r>
              <a:rPr sz="1950" b="0">
                <a:solidFill>
                  <a:srgbClr val="171B2D"/>
                </a:solidFill>
              </a:rPr>
              <a:t>언제 확인된 정보인지 표시한다.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9BBB6-1ABD-492E-A1AE-7BCE16A5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52C1E-820F-4389-AA99-923FE058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9D6"/>
                </a:solidFill>
              </a:defRPr>
            </a:pPr>
            <a:r>
              <a:rPr sz="2025" b="1">
                <a:solidFill>
                  <a:srgbClr val="2879D6"/>
                </a:solidFill>
              </a:rPr>
              <a:t>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EC18F-AE2B-40D1-812A-ECCC19B1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86375"/>
            <a:ext cx="7620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B2D"/>
                </a:solidFill>
              </a:defRPr>
            </a:pPr>
            <a:r>
              <a:rPr sz="1950" b="0">
                <a:solidFill>
                  <a:srgbClr val="171B2D"/>
                </a:solidFill>
              </a:rPr>
              <a:t>없음·오류도 사용자에게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187586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38055B-ABF9-49F4-B9A7-CF360ABD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8214A-0189-4B6E-8DD2-D0265299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03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9470A-2F07-46EE-8A1A-77AE2EB3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35F51-4603-4838-8F72-B1B56178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9D6"/>
                </a:solidFill>
              </a:defRPr>
            </a:pPr>
            <a:r>
              <a:rPr sz="1275" b="1">
                <a:solidFill>
                  <a:srgbClr val="2879D6"/>
                </a:solidFill>
              </a:rPr>
              <a:t>데이터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4B365-F300-4313-946B-3D7CFAA5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실제 데이터는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0A4DC-856C-43B9-98F5-73AB13E7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879D6"/>
                </a:solidFill>
              </a:defRPr>
            </a:pPr>
            <a:r>
              <a:rPr sz="4350" b="1">
                <a:solidFill>
                  <a:srgbClr val="2879D6"/>
                </a:solidFill>
              </a:rPr>
              <a:t>안전한 경로로 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6C68B-305A-4469-A0FD-AFBD388F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72B87-32FB-45F2-9E65-CF9B592F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9D6"/>
                </a:solidFill>
              </a:defRPr>
            </a:pPr>
            <a:r>
              <a:rPr sz="1875" b="1">
                <a:solidFill>
                  <a:srgbClr val="2879D6"/>
                </a:solidFill>
              </a:rPr>
              <a:t>학생 검색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0B3DF-8123-49BF-B8EE-5EDCB463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26A7B"/>
                </a:solidFill>
              </a:defRPr>
            </a:pPr>
            <a:r>
              <a:rPr sz="2400" b="1">
                <a:solidFill>
                  <a:srgbClr val="626A7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E22F1-5F01-46C2-9171-7EBB0582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19550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95FAE-72F0-4B08-B0EC-D579FEA8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38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9D6"/>
                </a:solidFill>
              </a:defRPr>
            </a:pPr>
            <a:r>
              <a:rPr sz="1875" b="1">
                <a:solidFill>
                  <a:srgbClr val="2879D6"/>
                </a:solidFill>
              </a:rPr>
              <a:t>교사 중계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197EB-1201-4EDE-8D07-21B08ACF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26A7B"/>
                </a:solidFill>
              </a:defRPr>
            </a:pPr>
            <a:r>
              <a:rPr sz="2400" b="1">
                <a:solidFill>
                  <a:srgbClr val="626A7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6113E-8B23-4228-B63F-1D8D49D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1955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1586C-6712-4C1D-997E-966C3858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9D6"/>
                </a:solidFill>
              </a:defRPr>
            </a:pPr>
            <a:r>
              <a:rPr sz="1875" b="1">
                <a:solidFill>
                  <a:srgbClr val="2879D6"/>
                </a:solidFill>
              </a:rPr>
              <a:t>공공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3D457-3C0A-496F-9E7D-F9228CC4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26A7B"/>
                </a:solidFill>
              </a:defRPr>
            </a:pPr>
            <a:r>
              <a:rPr sz="2400" b="1">
                <a:solidFill>
                  <a:srgbClr val="626A7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22EB8-BD9E-48B7-9779-06265A45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19550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71EC2-6807-439E-AFB7-0F4B396E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9D6"/>
                </a:solidFill>
              </a:defRPr>
            </a:pPr>
            <a:r>
              <a:rPr sz="1875" b="1">
                <a:solidFill>
                  <a:srgbClr val="2879D6"/>
                </a:solidFill>
              </a:rPr>
              <a:t>결과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7C23F-3622-4730-9857-2159D767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C27E3-B3C1-4638-838F-9F9D922B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서비스키는 교사 관리 서버에만 두고, 학생 화면에는 결과만 보냅니다.</a:t>
            </a:r>
          </a:p>
        </p:txBody>
      </p:sp>
    </p:spTree>
    <p:extLst>
      <p:ext uri="{BB962C8B-B14F-4D97-AF65-F5344CB8AC3E}">
        <p14:creationId xmlns:p14="http://schemas.microsoft.com/office/powerpoint/2010/main" val="19262992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09A81-0B5A-4956-BC47-FAD0B57B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35F17-D9C6-407E-94F0-C1A3DD32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04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1B0FA-8D33-44CD-A4B6-18C72D37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3FF78-9008-45AD-904C-151ADC84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9D6"/>
                </a:solidFill>
              </a:defRPr>
            </a:pPr>
            <a:r>
              <a:rPr sz="1275" b="1">
                <a:solidFill>
                  <a:srgbClr val="2879D6"/>
                </a:solidFill>
              </a:rPr>
              <a:t>대표 사례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208CE-D6B3-436B-8B9D-188D9BED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부산 버스 정보는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AE1D7-E0E0-4E60-ADB8-0DA9EF2A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879D6"/>
                </a:solidFill>
              </a:defRPr>
            </a:pPr>
            <a:r>
              <a:rPr sz="4350" b="1">
                <a:solidFill>
                  <a:srgbClr val="2879D6"/>
                </a:solidFill>
              </a:rPr>
              <a:t>세 상태를 보여 줍니다.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2FC48-B1DD-4F0C-8434-D7879FD8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ECC48-9DD6-4B22-BE70-56203281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9D6"/>
                </a:solidFill>
              </a:defRPr>
            </a:pPr>
            <a:r>
              <a:rPr sz="1575" b="1">
                <a:solidFill>
                  <a:srgbClr val="2879D6"/>
                </a:solidFill>
              </a:rPr>
              <a:t>정상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72F06-884D-40FB-A085-762A1C8F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72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1003번</a:t>
            </a:r>
          </a:p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3분 뒤 도착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E5390-6534-45ED-B4A4-54D0F7C7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57625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7F5D0-74FE-49D1-8A55-4B8F911A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9D6"/>
                </a:solidFill>
              </a:defRPr>
            </a:pPr>
            <a:r>
              <a:rPr sz="1575" b="1">
                <a:solidFill>
                  <a:srgbClr val="2879D6"/>
                </a:solidFill>
              </a:rPr>
              <a:t>빈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F4119-E1A1-43B0-B1B0-1C91CE19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찾는 정류장</a:t>
            </a:r>
          </a:p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정보 없음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8BBEF-48FA-4923-B7BF-92C6E7FB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57625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E016B-DE6A-45A9-9117-752ABBA4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14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79D6"/>
                </a:solidFill>
              </a:defRPr>
            </a:pPr>
            <a:r>
              <a:rPr sz="1575" b="1">
                <a:solidFill>
                  <a:srgbClr val="2879D6"/>
                </a:solidFill>
              </a:rPr>
              <a:t>연결 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F1A5D-FF2E-479B-9091-201263FB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572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다시 시도할</a:t>
            </a:r>
          </a:p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방법 안내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C2CEA-9496-4EC6-ADF5-42E0F000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74375-1FFF-45BF-BE80-D4D25378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지도·위치 권한보다 먼저, 검색과 상태 설명을 정확히 만듭니다.</a:t>
            </a:r>
          </a:p>
        </p:txBody>
      </p:sp>
    </p:spTree>
    <p:extLst>
      <p:ext uri="{BB962C8B-B14F-4D97-AF65-F5344CB8AC3E}">
        <p14:creationId xmlns:p14="http://schemas.microsoft.com/office/powerpoint/2010/main" val="1657204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3059B-ABDB-4F9A-8C8F-21755328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80109-5DFA-4526-B11F-44607521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05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219E8-3ADA-441F-9564-B8F5313C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E7893-2561-4F0D-A72D-7BA2D72B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9D6"/>
                </a:solidFill>
              </a:defRPr>
            </a:pPr>
            <a:r>
              <a:rPr sz="1275" b="1">
                <a:solidFill>
                  <a:srgbClr val="2879D6"/>
                </a:solidFill>
              </a:rPr>
              <a:t>결과 화면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01922-A41A-421C-8680-2E9E8F04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결과 아래에는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711E0-FDC9-404E-B76F-81C8AB79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879D6"/>
                </a:solidFill>
              </a:defRPr>
            </a:pPr>
            <a:r>
              <a:rPr sz="4350" b="1">
                <a:solidFill>
                  <a:srgbClr val="2879D6"/>
                </a:solidFill>
              </a:rPr>
              <a:t>출처와 갱신 시각을 둡니다.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827D4-0CDD-476D-80B7-B0971D64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9620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1DD08-E08F-4A41-A979-B9724CB4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B2D"/>
                </a:solidFill>
              </a:defRPr>
            </a:pPr>
            <a:r>
              <a:rPr sz="2175" b="1">
                <a:solidFill>
                  <a:srgbClr val="171B2D"/>
                </a:solidFill>
              </a:rPr>
              <a:t>출처: 부산버스정보시스템 · 마지막 갱신: 08:12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99D8B-E756-412B-9164-0445AADD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EDB4F-4994-4617-A0E5-0272A32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사용자는 정보의 내용뿐 아니라, 얼마나 믿을 수 있는지도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53368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BDB76-E089-4DDE-9C01-00AB9FAF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46E07-F4F6-41C7-BE40-B1B69282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06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AF011-1B33-4C91-A68B-0F1D20A7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EC789-901A-401C-B6B6-EA79D3F2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9D6"/>
                </a:solidFill>
              </a:defRPr>
            </a:pPr>
            <a:r>
              <a:rPr sz="1275" b="1">
                <a:solidFill>
                  <a:srgbClr val="2879D6"/>
                </a:solidFill>
              </a:rPr>
              <a:t>첫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7EDC9-4FE5-4516-A784-46BCB295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한 가지 검색과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086B3-0938-4C54-AC25-C3AB8146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879D6"/>
                </a:solidFill>
              </a:defRPr>
            </a:pPr>
            <a:r>
              <a:rPr sz="4350" b="1">
                <a:solidFill>
                  <a:srgbClr val="2879D6"/>
                </a:solidFill>
              </a:rPr>
              <a:t>세 가지 상태면 충분합니다.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E1662-B3D5-45CF-905D-C4ADB649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F6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325C9-1E2F-4EB2-9A00-19EFC898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33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9D6"/>
                </a:solidFill>
              </a:defRPr>
            </a:pPr>
            <a:r>
              <a:rPr sz="1875" b="1">
                <a:solidFill>
                  <a:srgbClr val="2879D6"/>
                </a:solidFill>
              </a:rPr>
              <a:t>정상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23105-E254-49AB-B9AB-DC37B867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010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노선·정류장·</a:t>
            </a:r>
          </a:p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도착 정보를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9EB7A-150F-4B13-8796-7786C409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57625"/>
            <a:ext cx="323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8DD3C-796A-494C-8570-9E04CD3B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33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9D6"/>
                </a:solidFill>
              </a:defRPr>
            </a:pPr>
            <a:r>
              <a:rPr sz="1875" b="1">
                <a:solidFill>
                  <a:srgbClr val="2879D6"/>
                </a:solidFill>
              </a:rPr>
              <a:t>빈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66F7D-827D-41D9-A0A3-C4C9F2AD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1010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찾지 못한 이유와</a:t>
            </a:r>
          </a:p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다음 검색을 안내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DA38F-47E4-41E4-8B4F-9A1ED33C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57625"/>
            <a:ext cx="323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DE733-1059-4410-9049-31B29AB7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33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9D6"/>
                </a:solidFill>
              </a:defRPr>
            </a:pPr>
            <a:r>
              <a:rPr sz="1875" b="1">
                <a:solidFill>
                  <a:srgbClr val="2879D6"/>
                </a:solidFill>
              </a:rPr>
              <a:t>오류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E7E52-755E-4CCA-BBB3-2665E8F8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10100"/>
            <a:ext cx="2714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연결 실패와</a:t>
            </a:r>
          </a:p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재시도 방법을 표시</a:t>
            </a:r>
          </a:p>
        </p:txBody>
      </p:sp>
    </p:spTree>
    <p:extLst>
      <p:ext uri="{BB962C8B-B14F-4D97-AF65-F5344CB8AC3E}">
        <p14:creationId xmlns:p14="http://schemas.microsoft.com/office/powerpoint/2010/main" val="1802664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80001-C2B0-472F-8EEC-841991F3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4B917-AF78-45FE-A3E0-0BB6750B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07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06150-1282-45A1-B363-0CA49364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7C330-C3D9-4488-BFCF-82C9B806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9D6"/>
                </a:solidFill>
              </a:defRPr>
            </a:pPr>
            <a:r>
              <a:rPr sz="1275" b="1">
                <a:solidFill>
                  <a:srgbClr val="2879D6"/>
                </a:solidFill>
              </a:rPr>
              <a:t>보안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199CE-E9E7-4404-976D-C69FB15A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서비스키는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B735D-4956-4F87-832A-67BF0984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879D6"/>
                </a:solidFill>
              </a:defRPr>
            </a:pPr>
            <a:r>
              <a:rPr sz="4350" b="1">
                <a:solidFill>
                  <a:srgbClr val="2879D6"/>
                </a:solidFill>
              </a:rPr>
              <a:t>학생 코드에 넣지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25BDB-26EB-414F-B246-85077881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3A379-8FE4-48CF-A210-C9EA2067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9D6"/>
                </a:solidFill>
              </a:defRPr>
            </a:pPr>
            <a:r>
              <a:rPr sz="1200" b="1">
                <a:solidFill>
                  <a:srgbClr val="2879D6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FCA68-A495-445E-8127-0B3899F6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서버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AF525-26CB-4F7B-A6FF-9DFFAD45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A7B"/>
                </a:solidFill>
              </a:defRPr>
            </a:pPr>
            <a:r>
              <a:rPr sz="1800" b="0">
                <a:solidFill>
                  <a:srgbClr val="626A7B"/>
                </a:solidFill>
              </a:rPr>
              <a:t>키는 교사 관리 중계 환경 변수에 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70180-44D8-483E-B53A-F18FC0D5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651AB-6808-4A71-A1EB-AAEC6A71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9D6"/>
                </a:solidFill>
              </a:defRPr>
            </a:pPr>
            <a:r>
              <a:rPr sz="1200" b="1">
                <a:solidFill>
                  <a:srgbClr val="2879D6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FDE20-EC01-4F97-94BF-778A3F2C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815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029AC-FC5F-4827-8E62-F44793DC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815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A7B"/>
                </a:solidFill>
              </a:defRPr>
            </a:pPr>
            <a:r>
              <a:rPr sz="1800" b="0">
                <a:solidFill>
                  <a:srgbClr val="626A7B"/>
                </a:solidFill>
              </a:rPr>
              <a:t>학생 앱에는 정규화된 결과만 보낸다.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9A80A-26E9-4BF2-8158-A3072B3C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5ABCE-3001-4897-B632-B5292843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9D6"/>
                </a:solidFill>
              </a:defRPr>
            </a:pPr>
            <a:r>
              <a:rPr sz="1200" b="1">
                <a:solidFill>
                  <a:srgbClr val="2879D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D9EF5-1502-4A9C-BA37-AE54D685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006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D"/>
                </a:solidFill>
              </a:defRPr>
            </a:pPr>
            <a:r>
              <a:rPr sz="1950" b="1">
                <a:solidFill>
                  <a:srgbClr val="171B2D"/>
                </a:solidFill>
              </a:rPr>
              <a:t>기록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7BA36-3142-464C-AFDF-3910B61A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006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A7B"/>
                </a:solidFill>
              </a:defRPr>
            </a:pPr>
            <a:r>
              <a:rPr sz="1800" b="0">
                <a:solidFill>
                  <a:srgbClr val="626A7B"/>
                </a:solidFill>
              </a:rPr>
              <a:t>호출 한도·오류·갱신 주기를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547519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EAE93-C8D9-4C8B-9C95-F4B0244D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AI PROJECT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0CE6B-4D1C-40F3-B529-1C7AC936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A7B"/>
                </a:solidFill>
              </a:defRPr>
            </a:pPr>
            <a:r>
              <a:rPr sz="1200" b="1">
                <a:solidFill>
                  <a:srgbClr val="626A7B"/>
                </a:solidFill>
              </a:rPr>
              <a:t>08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632AC-51D2-4CFA-84DF-CA99F9CF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76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1CE7C-FF42-42E1-9AC1-FEFB995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9D6"/>
                </a:solidFill>
              </a:defRPr>
            </a:pPr>
            <a:r>
              <a:rPr sz="1275" b="1">
                <a:solidFill>
                  <a:srgbClr val="2879D6"/>
                </a:solidFill>
              </a:rPr>
              <a:t>마무리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38FAC-7724-4FDC-B47C-510EF767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1B2D"/>
                </a:solidFill>
              </a:defRPr>
            </a:pPr>
            <a:r>
              <a:rPr sz="4350" b="1">
                <a:solidFill>
                  <a:srgbClr val="171B2D"/>
                </a:solidFill>
              </a:rPr>
              <a:t>데이터 앱은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CB618-EBF8-4AC7-AA29-A723363C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879D6"/>
                </a:solidFill>
              </a:defRPr>
            </a:pPr>
            <a:r>
              <a:rPr sz="4350" b="1">
                <a:solidFill>
                  <a:srgbClr val="2879D6"/>
                </a:solidFill>
              </a:rPr>
              <a:t>실패할 때도 안내합니다.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61C76-3B57-40FB-B639-212C0ED4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B3891-C6E3-4AC2-89AA-7954B4A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9D6"/>
                </a:solidFill>
              </a:defRPr>
            </a:pPr>
            <a:r>
              <a:rPr sz="1200" b="1">
                <a:solidFill>
                  <a:srgbClr val="2879D6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DC3B0-BB08-4E68-9062-85CA8DA1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정상·빈 결과·오류가 각각 보이는가?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F6242-7E27-4A83-B0E7-BFB79901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26172-38DB-4D3F-A5CA-AF8F5983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9D6"/>
                </a:solidFill>
              </a:defRPr>
            </a:pPr>
            <a:r>
              <a:rPr sz="1200" b="1">
                <a:solidFill>
                  <a:srgbClr val="2879D6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14A46-C8CB-4932-B2DF-419D066D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출처와 마지막 갱신 시각이 보이는가?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3D7F3-65D8-4D88-AAEF-A59E064E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96836-992F-4D4B-A8B7-EBAD5CC4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9D6"/>
                </a:solidFill>
              </a:defRPr>
            </a:pPr>
            <a:r>
              <a:rPr sz="1200" b="1">
                <a:solidFill>
                  <a:srgbClr val="2879D6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F1EC2-74A8-49A6-BC72-0C413CB1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B2D"/>
                </a:solidFill>
              </a:defRPr>
            </a:pPr>
            <a:r>
              <a:rPr sz="2100" b="1">
                <a:solidFill>
                  <a:srgbClr val="171B2D"/>
                </a:solidFill>
              </a:rPr>
              <a:t>서비스키가 브라우저·저장소에 없는가?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AD991-736F-4D47-93FA-5AE63BC1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1B58B-375A-4945-A57D-2F97072E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B"/>
                </a:solidFill>
              </a:defRPr>
            </a:pPr>
            <a:r>
              <a:rPr sz="1425" b="0">
                <a:solidFill>
                  <a:srgbClr val="626A7B"/>
                </a:solidFill>
              </a:rPr>
              <a:t>Level 3의 완성은 정보를 보여 주는 것을 넘어, 근거와 상태를 설명하는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2008462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2026-08-23T03:06:31.6670000Z</dcterms:created>
  <dcterms:modified xsi:type="dcterms:W3CDTF">2026-08-23T03:06:31.6670000Z</dcterms:modified>
</coreProperties>
</file>