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548f322dd74968" /><Relationship Type="http://schemas.openxmlformats.org/officeDocument/2006/relationships/extended-properties" Target="/docProps/app.xml" Id="Rcaeed5760c7b4d2c" /><Relationship Type="http://schemas.openxmlformats.org/officeDocument/2006/relationships/officeDocument" Target="/ppt/presentation.xml" Id="R1dbc473d0f0f46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e4a4f391314522"/>
  </p:sldMasterIdLst>
  <p:notesMasterIdLst>
    <p:notesMasterId xmlns:r="http://schemas.openxmlformats.org/officeDocument/2006/relationships" r:id="R1c343766c259406c"/>
  </p:notesMasterIdLst>
  <p:sldIdLst>
    <p:sldId xmlns:r="http://schemas.openxmlformats.org/officeDocument/2006/relationships" id="256" r:id="R51cf5347ec52461e"/>
    <p:sldId xmlns:r="http://schemas.openxmlformats.org/officeDocument/2006/relationships" id="257" r:id="Rdcbb3c629a3a4fd9"/>
    <p:sldId xmlns:r="http://schemas.openxmlformats.org/officeDocument/2006/relationships" id="258" r:id="R974c9697620345ca"/>
    <p:sldId xmlns:r="http://schemas.openxmlformats.org/officeDocument/2006/relationships" id="259" r:id="R060745bee93844b7"/>
    <p:sldId xmlns:r="http://schemas.openxmlformats.org/officeDocument/2006/relationships" id="260" r:id="R27512424d95b47bc"/>
    <p:sldId xmlns:r="http://schemas.openxmlformats.org/officeDocument/2006/relationships" id="261" r:id="R965ec4f0c9f74bfb"/>
    <p:sldId xmlns:r="http://schemas.openxmlformats.org/officeDocument/2006/relationships" id="262" r:id="R0a4316d5131b4001"/>
    <p:sldId xmlns:r="http://schemas.openxmlformats.org/officeDocument/2006/relationships" id="263" r:id="Rb2b0136e9d7449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cd0b5ac2f64770" /><Relationship Type="http://schemas.openxmlformats.org/officeDocument/2006/relationships/slideMaster" Target="/ppt/slideMasters/slideMaster1.xml" Id="R1ae4a4f391314522" /><Relationship Type="http://schemas.openxmlformats.org/officeDocument/2006/relationships/notesMaster" Target="/ppt/notesMasters/notesMaster1.xml" Id="R1c343766c259406c" /><Relationship Type="http://schemas.openxmlformats.org/officeDocument/2006/relationships/presProps" Target="/ppt/presProps.xml" Id="R5a66c3e2bc0240bd" /><Relationship Type="http://schemas.openxmlformats.org/officeDocument/2006/relationships/tableStyles" Target="/ppt/tableStyles.xml" Id="Rf51efca431314fbf" /><Relationship Type="http://schemas.openxmlformats.org/officeDocument/2006/relationships/slide" Target="/ppt/slides/slide1.xml" Id="R51cf5347ec52461e" /><Relationship Type="http://schemas.openxmlformats.org/officeDocument/2006/relationships/slide" Target="/ppt/slides/slide2.xml" Id="Rdcbb3c629a3a4fd9" /><Relationship Type="http://schemas.openxmlformats.org/officeDocument/2006/relationships/slide" Target="/ppt/slides/slide3.xml" Id="R974c9697620345ca" /><Relationship Type="http://schemas.openxmlformats.org/officeDocument/2006/relationships/slide" Target="/ppt/slides/slide4.xml" Id="R060745bee93844b7" /><Relationship Type="http://schemas.openxmlformats.org/officeDocument/2006/relationships/slide" Target="/ppt/slides/slide5.xml" Id="R27512424d95b47bc" /><Relationship Type="http://schemas.openxmlformats.org/officeDocument/2006/relationships/slide" Target="/ppt/slides/slide6.xml" Id="R965ec4f0c9f74bfb" /><Relationship Type="http://schemas.openxmlformats.org/officeDocument/2006/relationships/slide" Target="/ppt/slides/slide7.xml" Id="R0a4316d5131b4001" /><Relationship Type="http://schemas.openxmlformats.org/officeDocument/2006/relationships/slide" Target="/ppt/slides/slide8.xml" Id="Rb2b0136e9d7449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dfbf66aa247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9193d01ece45a8" /><Relationship Type="http://schemas.openxmlformats.org/officeDocument/2006/relationships/notesMaster" Target="/ppt/notesMasters/notesMaster1.xml" Id="Rc8b9476eb45e45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f429cd81914b16" /><Relationship Type="http://schemas.openxmlformats.org/officeDocument/2006/relationships/notesMaster" Target="/ppt/notesMasters/notesMaster1.xml" Id="Re8b9614fc65e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c5ff3e526b41c1" /><Relationship Type="http://schemas.openxmlformats.org/officeDocument/2006/relationships/notesMaster" Target="/ppt/notesMasters/notesMaster1.xml" Id="Rb389f3ca728141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34db0f7edd4910" /><Relationship Type="http://schemas.openxmlformats.org/officeDocument/2006/relationships/notesMaster" Target="/ppt/notesMasters/notesMaster1.xml" Id="R0c39de45e57f40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58c2317cb44c82" /><Relationship Type="http://schemas.openxmlformats.org/officeDocument/2006/relationships/notesMaster" Target="/ppt/notesMasters/notesMaster1.xml" Id="R0652244a2abe4b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fa1f679ee24fc9" /><Relationship Type="http://schemas.openxmlformats.org/officeDocument/2006/relationships/notesMaster" Target="/ppt/notesMasters/notesMaster1.xml" Id="R04dd8128a0dd42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edba19f84d4a5e" /><Relationship Type="http://schemas.openxmlformats.org/officeDocument/2006/relationships/notesMaster" Target="/ppt/notesMasters/notesMaster1.xml" Id="Rc56434f2ca4140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f5f4653f64477f" /><Relationship Type="http://schemas.openxmlformats.org/officeDocument/2006/relationships/notesMaster" Target="/ppt/notesMasters/notesMaster1.xml" Id="Rd302dc58cf4b46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d50231bea42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10e5a1f90412a" /><Relationship Type="http://schemas.openxmlformats.org/officeDocument/2006/relationships/slideLayout" Target="/ppt/slideLayouts/slideLayout1.xml" Id="Rcefacc23dbe9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facc23dbe9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5b51c462843f3" /><Relationship Type="http://schemas.openxmlformats.org/officeDocument/2006/relationships/notesSlide" Target="/ppt/notesSlides/notesSlide1.xml" Id="Rf599b4d477bd45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285fcaaca4aed" /><Relationship Type="http://schemas.openxmlformats.org/officeDocument/2006/relationships/notesSlide" Target="/ppt/notesSlides/notesSlide2.xml" Id="R733dd9ebc4b84d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9eb0c053f48ec" /><Relationship Type="http://schemas.openxmlformats.org/officeDocument/2006/relationships/notesSlide" Target="/ppt/notesSlides/notesSlide3.xml" Id="R24539519737f4e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36ad26d884182" /><Relationship Type="http://schemas.openxmlformats.org/officeDocument/2006/relationships/notesSlide" Target="/ppt/notesSlides/notesSlide4.xml" Id="R7abc4de5b9f64c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824ef8d1c4f49" /><Relationship Type="http://schemas.openxmlformats.org/officeDocument/2006/relationships/notesSlide" Target="/ppt/notesSlides/notesSlide5.xml" Id="R20743e4a29694f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22e92e3b8470e" /><Relationship Type="http://schemas.openxmlformats.org/officeDocument/2006/relationships/notesSlide" Target="/ppt/notesSlides/notesSlide6.xml" Id="R0ef5c7684dd440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93cceb602493c" /><Relationship Type="http://schemas.openxmlformats.org/officeDocument/2006/relationships/notesSlide" Target="/ppt/notesSlides/notesSlide7.xml" Id="R1e7002b422354b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3f75076be4573" /><Relationship Type="http://schemas.openxmlformats.org/officeDocument/2006/relationships/notesSlide" Target="/ppt/notesSlides/notesSlide8.xml" Id="Rb714fe5c34ad44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34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B2212-0B16-4FF0-B835-44691CAE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DFFF"/>
                </a:solidFill>
              </a:defRPr>
            </a:pPr>
            <a:r>
              <a:rPr sz="1350" b="1">
                <a:solidFill>
                  <a:srgbClr val="D7DFFF"/>
                </a:solidFill>
              </a:rPr>
              <a:t>LEVEL 04 · AI MODEL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B8F54-0BF7-4695-BA51-86550C13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AI가 답하는 서비스에,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E5805-64E1-48A6-8681-E7C05CBF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C5EC59"/>
                </a:solidFill>
              </a:defRPr>
            </a:pPr>
            <a:r>
              <a:rPr sz="4950" b="1">
                <a:solidFill>
                  <a:srgbClr val="C5EC59"/>
                </a:solidFill>
              </a:rPr>
              <a:t>운영 원칙을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B61A7-9B5B-40C8-B3B6-BBFD0223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넣습니다.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69FD2-0AA6-4EB6-90E9-CE45BF82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4E8F9"/>
                </a:solidFill>
              </a:defRPr>
            </a:pPr>
            <a:r>
              <a:rPr sz="2025" b="0">
                <a:solidFill>
                  <a:srgbClr val="E4E8F9"/>
                </a:solidFill>
              </a:rPr>
              <a:t>AI 모델, 자료, 서버, 안전장치를 함께 설계하는 고급 프로젝트입니다.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F2EDF-9B76-4B05-944A-470FA2CE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047875" cy="2047875"/>
          </a:xfrm>
          <a:prstGeom xmlns:a="http://schemas.openxmlformats.org/drawingml/2006/main" prst="roundRect">
            <a:avLst>
              <a:gd name="adj" fmla="val 11163"/>
            </a:avLst>
          </a:prstGeom>
          <a:solidFill xmlns:a="http://schemas.openxmlformats.org/drawingml/2006/main">
            <a:srgbClr val="253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F1BE1-74ED-4F23-B127-01A4DD05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8600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C5EC59"/>
                </a:solidFill>
              </a:defRPr>
            </a:pPr>
            <a:r>
              <a:rPr sz="4050" b="1">
                <a:solidFill>
                  <a:srgbClr val="C5EC59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9D610-AF8E-4987-8003-5A4E24F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575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AI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0316F-CD7D-4D4B-90E6-302F179C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103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DFFF"/>
                </a:solidFill>
              </a:defRPr>
            </a:pPr>
            <a:r>
              <a:rPr sz="1200" b="1">
                <a:solidFill>
                  <a:srgbClr val="D7DFFF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343595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74ACE-5E9D-4258-A049-C4836003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40C91-DCAF-475D-95B1-88376DF5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02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B4957-7350-42BF-B95E-84B24BAF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B26CB-7887-4904-9164-593A531E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344C"/>
                </a:solidFill>
              </a:defRPr>
            </a:pPr>
            <a:r>
              <a:rPr sz="1275" b="1">
                <a:solidFill>
                  <a:srgbClr val="25344C"/>
                </a:solidFill>
              </a:rPr>
              <a:t>서비스의 책임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B2114-0C86-4D19-A3AE-F269B2C5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좋은 답변에는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4894B-F5B6-4C66-8D39-D95ED91C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344C"/>
                </a:solidFill>
              </a:defRPr>
            </a:pPr>
            <a:r>
              <a:rPr sz="4350" b="1">
                <a:solidFill>
                  <a:srgbClr val="25344C"/>
                </a:solidFill>
              </a:rPr>
              <a:t>근거와 한계가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C47E6-9080-4D34-B947-89BFE78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A25AC-C895-468D-AB1D-60C2004D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344C"/>
                </a:solidFill>
              </a:defRPr>
            </a:pPr>
            <a:r>
              <a:rPr sz="2025" b="1">
                <a:solidFill>
                  <a:srgbClr val="25344C"/>
                </a:solidFill>
              </a:rPr>
              <a:t>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F198B-0473-47B0-A57B-1D7925AD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14775"/>
            <a:ext cx="762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B2D"/>
                </a:solidFill>
              </a:defRPr>
            </a:pPr>
            <a:r>
              <a:rPr sz="1950" b="0">
                <a:solidFill>
                  <a:srgbClr val="171B2D"/>
                </a:solidFill>
              </a:rPr>
              <a:t>준비한 자료 안에서만 사실을 말한다.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F2FC0-90C3-49E2-842E-5C1A9BFF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31D2F-35E6-48A9-B2AC-BB6A43BE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344C"/>
                </a:solidFill>
              </a:defRPr>
            </a:pPr>
            <a:r>
              <a:rPr sz="2025" b="1">
                <a:solidFill>
                  <a:srgbClr val="25344C"/>
                </a:solidFill>
              </a:rPr>
              <a:t>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1AB36-D95E-402C-AAD3-94EA3EB4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00575"/>
            <a:ext cx="762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B2D"/>
                </a:solidFill>
              </a:defRPr>
            </a:pPr>
            <a:r>
              <a:rPr sz="1950" b="0">
                <a:solidFill>
                  <a:srgbClr val="171B2D"/>
                </a:solidFill>
              </a:rPr>
              <a:t>답변과 참고 자료를 구분한다.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69DE9-0321-4651-B21D-3908F632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FDCDA-302B-4A46-AA04-8748F365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344C"/>
                </a:solidFill>
              </a:defRPr>
            </a:pPr>
            <a:r>
              <a:rPr sz="2025" b="1">
                <a:solidFill>
                  <a:srgbClr val="25344C"/>
                </a:solidFill>
              </a:rPr>
              <a:t>한계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92E31-F4EE-41E1-9ACE-DB961AC9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86375"/>
            <a:ext cx="762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B2D"/>
                </a:solidFill>
              </a:defRPr>
            </a:pPr>
            <a:r>
              <a:rPr sz="1950" b="0">
                <a:solidFill>
                  <a:srgbClr val="171B2D"/>
                </a:solidFill>
              </a:rPr>
              <a:t>확인할 수 없으면 추측하지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6415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CA7F6-C156-43C1-97AE-7BFC99EC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0560C-371C-47F5-B078-379FDB8C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03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D8ED8-E919-4206-A18C-EA371C88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F69BB-1508-4F84-9D64-1E6CE43F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344C"/>
                </a:solidFill>
              </a:defRPr>
            </a:pPr>
            <a:r>
              <a:rPr sz="1275" b="1">
                <a:solidFill>
                  <a:srgbClr val="25344C"/>
                </a:solidFill>
              </a:rPr>
              <a:t>서비스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FD50F-CB97-4A3E-84B7-EB8A5A7A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AI API는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CEACF-DFCB-4AB5-BD03-9EA8E408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344C"/>
                </a:solidFill>
              </a:defRPr>
            </a:pPr>
            <a:r>
              <a:rPr sz="4350" b="1">
                <a:solidFill>
                  <a:srgbClr val="25344C"/>
                </a:solidFill>
              </a:rPr>
              <a:t>서버를 통해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FFDC1-966F-47D4-A1AD-8F636E2C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D3A6B-A884-4401-B780-EA26A7C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44C"/>
                </a:solidFill>
              </a:defRPr>
            </a:pPr>
            <a:r>
              <a:rPr sz="1875" b="1">
                <a:solidFill>
                  <a:srgbClr val="25344C"/>
                </a:solidFill>
              </a:rPr>
              <a:t>학생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526E5-C05B-4073-871E-BC155D58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26A7B"/>
                </a:solidFill>
              </a:defRPr>
            </a:pPr>
            <a:r>
              <a:rPr sz="2400" b="1">
                <a:solidFill>
                  <a:srgbClr val="626A7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00573-015D-4A54-8EC2-DBEF135C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19550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76596-6E53-42FA-BA64-30F64CD7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38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44C"/>
                </a:solidFill>
              </a:defRPr>
            </a:pPr>
            <a:r>
              <a:rPr sz="1875" b="1">
                <a:solidFill>
                  <a:srgbClr val="25344C"/>
                </a:solidFill>
              </a:rPr>
              <a:t>서버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4EB93-586A-446F-BE0F-FC2467B6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26A7B"/>
                </a:solidFill>
              </a:defRPr>
            </a:pPr>
            <a:r>
              <a:rPr sz="2400" b="1">
                <a:solidFill>
                  <a:srgbClr val="626A7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3E40F-8E93-46AF-80B5-23A93819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1955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930C1-500C-4AF0-A978-3DA4AD41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44C"/>
                </a:solidFill>
              </a:defRPr>
            </a:pPr>
            <a:r>
              <a:rPr sz="1875" b="1">
                <a:solidFill>
                  <a:srgbClr val="25344C"/>
                </a:solidFill>
              </a:rPr>
              <a:t>AI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1431C-2739-447E-9CEE-7F5EC606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26A7B"/>
                </a:solidFill>
              </a:defRPr>
            </a:pPr>
            <a:r>
              <a:rPr sz="2400" b="1">
                <a:solidFill>
                  <a:srgbClr val="626A7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E1E1A-B072-414E-913A-B715C0F5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9550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6D298-75A5-4D49-B2BC-7E519B88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44C"/>
                </a:solidFill>
              </a:defRPr>
            </a:pPr>
            <a:r>
              <a:rPr sz="1875" b="1">
                <a:solidFill>
                  <a:srgbClr val="25344C"/>
                </a:solidFill>
              </a:rPr>
              <a:t>근거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EBA3D-2FAE-4BA6-8108-61028E3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D1075-A7FA-46CC-B3F3-DAD34B51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브라우저에는 비밀키가 없고, 서버가 자료·제한·오류를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1907650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D8D4B-EBFE-4C56-9EDE-845B8BC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8B5BF-DFE8-408E-996B-281B776A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04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B2A61-64EC-4F01-9316-09D0C3B8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16930-4C61-48BC-B375-D60DCA67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344C"/>
                </a:solidFill>
              </a:defRPr>
            </a:pPr>
            <a:r>
              <a:rPr sz="1275" b="1">
                <a:solidFill>
                  <a:srgbClr val="25344C"/>
                </a:solidFill>
              </a:rPr>
              <a:t>응답 화면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D0621-FB74-4EB9-A071-91ED8D54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좋은 AI 응답은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C90BC-D417-43BA-8ADB-A9E2EEBB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344C"/>
                </a:solidFill>
              </a:defRPr>
            </a:pPr>
            <a:r>
              <a:rPr sz="4350" b="1">
                <a:solidFill>
                  <a:srgbClr val="25344C"/>
                </a:solidFill>
              </a:rPr>
              <a:t>세 부분으로 보입니다.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9AB49-EEBD-441D-9535-EC911B6E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1D5AA-9EFC-4A68-B168-D7693788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44C"/>
                </a:solidFill>
              </a:defRPr>
            </a:pPr>
            <a:r>
              <a:rPr sz="1575" b="1">
                <a:solidFill>
                  <a:srgbClr val="25344C"/>
                </a:solidFill>
              </a:rPr>
              <a:t>답변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46F68-F6A3-4297-8477-913FDE96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72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질문에 대한</a:t>
            </a:r>
          </a:p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도움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CF471-F6AF-47CE-B5D8-7D20DD02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57625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8D12B-1CBB-42FA-9A0E-94E822E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44C"/>
                </a:solidFill>
              </a:defRPr>
            </a:pPr>
            <a:r>
              <a:rPr sz="1575" b="1">
                <a:solidFill>
                  <a:srgbClr val="25344C"/>
                </a:solidFill>
              </a:rPr>
              <a:t>참고 자료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83D5E-BFC6-4DA0-81DB-ED2F2C43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무엇을 근거로</a:t>
            </a:r>
          </a:p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했는지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22C8F-E8AB-43EB-8964-B8735C87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57625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0BF35-AB46-4320-ABA5-F845B1F2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44C"/>
                </a:solidFill>
              </a:defRPr>
            </a:pPr>
            <a:r>
              <a:rPr sz="1575" b="1">
                <a:solidFill>
                  <a:srgbClr val="25344C"/>
                </a:solidFill>
              </a:rPr>
              <a:t>한계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4A529-02EF-4C74-820A-34A9898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572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답하지 못하는</a:t>
            </a:r>
          </a:p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A68B9-7336-4BBE-B32B-3739F7C0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DBDAA-E6FD-42E2-A2A9-1D43EFB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확신을 꾸미는 대신, 출처와 확인할 다음 질문을 보여 줍니다.</a:t>
            </a:r>
          </a:p>
        </p:txBody>
      </p:sp>
    </p:spTree>
    <p:extLst>
      <p:ext uri="{BB962C8B-B14F-4D97-AF65-F5344CB8AC3E}">
        <p14:creationId xmlns:p14="http://schemas.microsoft.com/office/powerpoint/2010/main" val="1546637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81F69-D4D2-42BD-951A-55582FFF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C6316-666F-483F-A8EB-9692BC8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05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95ECE-8DAB-4748-A17F-C089E24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B5EE4-7ABA-47A1-83D9-F4FECFCD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344C"/>
                </a:solidFill>
              </a:defRPr>
            </a:pPr>
            <a:r>
              <a:rPr sz="1275" b="1">
                <a:solidFill>
                  <a:srgbClr val="25344C"/>
                </a:solidFill>
              </a:rPr>
              <a:t>시스템 지시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D25DA-56EF-45EC-AA01-D5078A7B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AI에게는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BFCBB-423F-490F-8A6D-AC94D184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344C"/>
                </a:solidFill>
              </a:defRPr>
            </a:pPr>
            <a:r>
              <a:rPr sz="4350" b="1">
                <a:solidFill>
                  <a:srgbClr val="25344C"/>
                </a:solidFill>
              </a:rPr>
              <a:t>답할 범위를 알려 줍니다.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0059D-3797-4759-9A8E-EF208CEC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9620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D4B96-4E37-44F2-ADF7-4BEFF29A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B2D"/>
                </a:solidFill>
              </a:defRPr>
            </a:pPr>
            <a:r>
              <a:rPr sz="2175" b="1">
                <a:solidFill>
                  <a:srgbClr val="171B2D"/>
                </a:solidFill>
              </a:rPr>
              <a:t>자료에 근거가 없으면 추측하지 말고, 확인할 자료 또는 다음 탐색 질문을 제시한다.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91DC1-6683-48D2-BBE3-A4B2F079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623B2-9619-4B35-9754-06E0C21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특정 진로·입시 결과를 대신 결정하거나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975084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6F9FD-A1A4-408B-BFCB-5F68FBF8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BC639-3B4D-4671-86EE-A7C02D24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06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F9BEC-3DF4-446D-9729-6B83C47C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57A54-600F-4EC6-8129-29A13E79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344C"/>
                </a:solidFill>
              </a:defRPr>
            </a:pPr>
            <a:r>
              <a:rPr sz="1275" b="1">
                <a:solidFill>
                  <a:srgbClr val="25344C"/>
                </a:solidFill>
              </a:rPr>
              <a:t>운영 장치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67FA0-B825-4878-8161-54BE78D9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비밀키·비용·오류도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ECA1F-9A2D-4419-85A4-C51AC2E2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344C"/>
                </a:solidFill>
              </a:defRPr>
            </a:pPr>
            <a:r>
              <a:rPr sz="4350" b="1">
                <a:solidFill>
                  <a:srgbClr val="25344C"/>
                </a:solidFill>
              </a:rPr>
              <a:t>서비스 기능입니다.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807A6-6512-4F89-86F0-8E912490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5ABF7-C844-4683-88A0-81FE87D1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344C"/>
                </a:solidFill>
              </a:defRPr>
            </a:pPr>
            <a:r>
              <a:rPr sz="1875" b="1">
                <a:solidFill>
                  <a:srgbClr val="25344C"/>
                </a:solidFill>
              </a:rPr>
              <a:t>비밀키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4E998-E0A2-469D-AB2E-DFCF12C6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서버 환경 변수로</a:t>
            </a:r>
          </a:p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관리한다.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348B0-2900-4AC9-A1E8-BAD40160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57625"/>
            <a:ext cx="323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081F6-DB03-43C9-8723-8FBD2713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344C"/>
                </a:solidFill>
              </a:defRPr>
            </a:pPr>
            <a:r>
              <a:rPr sz="1875" b="1">
                <a:solidFill>
                  <a:srgbClr val="25344C"/>
                </a:solidFill>
              </a:rPr>
              <a:t>비용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93C51-7631-4CA3-B4E1-91F0E65E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101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호출 한도와</a:t>
            </a:r>
          </a:p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사용량을 확인한다.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46030-E2CA-4A9C-B0D6-0B30AEAB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57625"/>
            <a:ext cx="323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F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2C70C-B256-4C38-ABC1-655B256A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344C"/>
                </a:solidFill>
              </a:defRPr>
            </a:pPr>
            <a:r>
              <a:rPr sz="1875" b="1">
                <a:solidFill>
                  <a:srgbClr val="25344C"/>
                </a:solidFill>
              </a:rPr>
              <a:t>안전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2CF1D-A164-46FA-A9D0-530CA255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101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위험 질문과 오류를</a:t>
            </a:r>
          </a:p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기록·안내한다.</a:t>
            </a:r>
          </a:p>
        </p:txBody>
      </p:sp>
    </p:spTree>
    <p:extLst>
      <p:ext uri="{BB962C8B-B14F-4D97-AF65-F5344CB8AC3E}">
        <p14:creationId xmlns:p14="http://schemas.microsoft.com/office/powerpoint/2010/main" val="1346113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3C9BA-708F-4270-BDE9-E1D0AA23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DEADC-A265-47C0-8A62-E988F489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07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143BC-AB03-4C33-A45C-C8989596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95AF9-245A-48A8-98C0-3C63A5D3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344C"/>
                </a:solidFill>
              </a:defRPr>
            </a:pPr>
            <a:r>
              <a:rPr sz="1275" b="1">
                <a:solidFill>
                  <a:srgbClr val="25344C"/>
                </a:solidFill>
              </a:rPr>
              <a:t>수업 전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62879-6404-465E-A4AD-A6ADDBC9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실제 연결 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B58A3-5670-444B-ABF9-DFEEED09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344C"/>
                </a:solidFill>
              </a:defRPr>
            </a:pPr>
            <a:r>
              <a:rPr sz="4350" b="1">
                <a:solidFill>
                  <a:srgbClr val="25344C"/>
                </a:solidFill>
              </a:rPr>
              <a:t>운영 기준을 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6B0F9-CE2D-4A3B-B803-17444121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B509B-B4E3-45B6-9E27-D86BDFA6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44C"/>
                </a:solidFill>
              </a:defRPr>
            </a:pPr>
            <a:r>
              <a:rPr sz="1200" b="1">
                <a:solidFill>
                  <a:srgbClr val="25344C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5A3E2-E558-42C6-B50A-61A2EDB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DF127-19F1-421A-9C56-6DBB08F4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A7B"/>
                </a:solidFill>
              </a:defRPr>
            </a:pPr>
            <a:r>
              <a:rPr sz="1800" b="0">
                <a:solidFill>
                  <a:srgbClr val="626A7B"/>
                </a:solidFill>
              </a:rPr>
              <a:t>어떤 자료를 답변 근거로 쓸 것인가?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D8AEA-5034-4F40-B845-FA1E785D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7A1E9-4A1D-49D7-A042-1E42BF02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44C"/>
                </a:solidFill>
              </a:defRPr>
            </a:pPr>
            <a:r>
              <a:rPr sz="1200" b="1">
                <a:solidFill>
                  <a:srgbClr val="25344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E4A61-5569-47C3-AC67-788966D8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81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서버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C7D9B-1C87-408A-A8AC-5FA387BB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815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A7B"/>
                </a:solidFill>
              </a:defRPr>
            </a:pPr>
            <a:r>
              <a:rPr sz="1800" b="0">
                <a:solidFill>
                  <a:srgbClr val="626A7B"/>
                </a:solidFill>
              </a:rPr>
              <a:t>키·요청 제한·오류 기록은 어디서 관리할까?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A6232-7784-4C38-BB90-23DA7B05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CF785-806C-4361-A4DC-50097930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44C"/>
                </a:solidFill>
              </a:defRPr>
            </a:pPr>
            <a:r>
              <a:rPr sz="1200" b="1">
                <a:solidFill>
                  <a:srgbClr val="25344C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40468-4789-4820-A3DB-07464DF5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00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사용자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EBA93-03B8-4CE1-8685-8E3C1ABF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006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A7B"/>
                </a:solidFill>
              </a:defRPr>
            </a:pPr>
            <a:r>
              <a:rPr sz="1800" b="0">
                <a:solidFill>
                  <a:srgbClr val="626A7B"/>
                </a:solidFill>
              </a:rPr>
              <a:t>개인정보·위험 질문을 어떻게 안내할까?</a:t>
            </a:r>
          </a:p>
        </p:txBody>
      </p:sp>
    </p:spTree>
    <p:extLst>
      <p:ext uri="{BB962C8B-B14F-4D97-AF65-F5344CB8AC3E}">
        <p14:creationId xmlns:p14="http://schemas.microsoft.com/office/powerpoint/2010/main" val="1257431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A6AD5-A9E3-4C01-98E5-62887416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267BF-4DC9-4790-9855-34B969B8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08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8F732-2D2A-4B6E-8F5C-E773AA7F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BFDBE-8FBE-47EC-8BD9-CDBD9291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344C"/>
                </a:solidFill>
              </a:defRPr>
            </a:pPr>
            <a:r>
              <a:rPr sz="1275" b="1">
                <a:solidFill>
                  <a:srgbClr val="25344C"/>
                </a:solidFill>
              </a:rPr>
              <a:t>마무리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13A61-558F-4082-8B27-8CE7EB2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AI 서비스는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D75BE-D065-4B59-B184-7F507889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344C"/>
                </a:solidFill>
              </a:defRPr>
            </a:pPr>
            <a:r>
              <a:rPr sz="4350" b="1">
                <a:solidFill>
                  <a:srgbClr val="25344C"/>
                </a:solidFill>
              </a:rPr>
              <a:t>만든 뒤에도 운영합니다.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53B46-7058-412D-A031-E5512B5B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64D9E-F7B5-4CCF-BC66-C651F6A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44C"/>
                </a:solidFill>
              </a:defRPr>
            </a:pPr>
            <a:r>
              <a:rPr sz="1200" b="1">
                <a:solidFill>
                  <a:srgbClr val="25344C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543B7-B411-4822-9145-CEE27AC0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API 키가 브라우저·저장소에 없는가?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D8006-E0B0-410A-8402-10BB870C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A214D-0538-4836-9EA7-6EF4C1C5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44C"/>
                </a:solidFill>
              </a:defRPr>
            </a:pPr>
            <a:r>
              <a:rPr sz="1200" b="1">
                <a:solidFill>
                  <a:srgbClr val="25344C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950EE-E7A7-4177-9DF9-B6775500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답변·참고 자료·한계가 구분되는가?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D0F23-DD89-408A-AE4B-8F97C474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99E80-EA6B-4B4A-AFBA-50B6B100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44C"/>
                </a:solidFill>
              </a:defRPr>
            </a:pPr>
            <a:r>
              <a:rPr sz="1200" b="1">
                <a:solidFill>
                  <a:srgbClr val="25344C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5A0F0-4FF8-4A76-85D1-9156C7BE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비용·오류·피드백을 다음 버전에 반영하는가?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44D36-4A47-48FB-AE9F-5B3BDEC1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BBB01-EC92-470C-A55B-7C36F6C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Level 4의 완성은 작동하는 AI와 책임 있게 운영하는 구조를 함께 갖추는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939374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2026-08-23T03:06:32.2490000Z</dcterms:created>
  <dcterms:modified xsi:type="dcterms:W3CDTF">2026-08-23T03:06:32.2490000Z</dcterms:modified>
</coreProperties>
</file>