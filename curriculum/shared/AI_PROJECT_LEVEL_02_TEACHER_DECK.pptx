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ce13e6c4f48ee" /><Relationship Type="http://schemas.openxmlformats.org/officeDocument/2006/relationships/extended-properties" Target="/docProps/app.xml" Id="R8c1aab71e3df4167" /><Relationship Type="http://schemas.openxmlformats.org/officeDocument/2006/relationships/officeDocument" Target="/ppt/presentation.xml" Id="R3d82fa33f904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db8ce899a9418b"/>
  </p:sldMasterIdLst>
  <p:notesMasterIdLst>
    <p:notesMasterId xmlns:r="http://schemas.openxmlformats.org/officeDocument/2006/relationships" r:id="R69b5f3d3e28c4602"/>
  </p:notesMasterIdLst>
  <p:sldIdLst>
    <p:sldId xmlns:r="http://schemas.openxmlformats.org/officeDocument/2006/relationships" id="256" r:id="Rcb570f3b09914a65"/>
    <p:sldId xmlns:r="http://schemas.openxmlformats.org/officeDocument/2006/relationships" id="257" r:id="Rd385ad81ba5646ae"/>
    <p:sldId xmlns:r="http://schemas.openxmlformats.org/officeDocument/2006/relationships" id="258" r:id="R518a05e679844d7d"/>
    <p:sldId xmlns:r="http://schemas.openxmlformats.org/officeDocument/2006/relationships" id="259" r:id="Rfe4f5b1bc7bf4eb5"/>
    <p:sldId xmlns:r="http://schemas.openxmlformats.org/officeDocument/2006/relationships" id="260" r:id="R26ffffaddef04af2"/>
    <p:sldId xmlns:r="http://schemas.openxmlformats.org/officeDocument/2006/relationships" id="261" r:id="R91977f9e51584abe"/>
    <p:sldId xmlns:r="http://schemas.openxmlformats.org/officeDocument/2006/relationships" id="262" r:id="R45b3487a791847d9"/>
    <p:sldId xmlns:r="http://schemas.openxmlformats.org/officeDocument/2006/relationships" id="263" r:id="Rc8439e80a4a444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78b1f1a0cf4c04" /><Relationship Type="http://schemas.openxmlformats.org/officeDocument/2006/relationships/slideMaster" Target="/ppt/slideMasters/slideMaster1.xml" Id="Rebdb8ce899a9418b" /><Relationship Type="http://schemas.openxmlformats.org/officeDocument/2006/relationships/notesMaster" Target="/ppt/notesMasters/notesMaster1.xml" Id="R69b5f3d3e28c4602" /><Relationship Type="http://schemas.openxmlformats.org/officeDocument/2006/relationships/presProps" Target="/ppt/presProps.xml" Id="R2686e1811c4c470e" /><Relationship Type="http://schemas.openxmlformats.org/officeDocument/2006/relationships/tableStyles" Target="/ppt/tableStyles.xml" Id="Ra001ab2803bd449e" /><Relationship Type="http://schemas.openxmlformats.org/officeDocument/2006/relationships/slide" Target="/ppt/slides/slide1.xml" Id="Rcb570f3b09914a65" /><Relationship Type="http://schemas.openxmlformats.org/officeDocument/2006/relationships/slide" Target="/ppt/slides/slide2.xml" Id="Rd385ad81ba5646ae" /><Relationship Type="http://schemas.openxmlformats.org/officeDocument/2006/relationships/slide" Target="/ppt/slides/slide3.xml" Id="R518a05e679844d7d" /><Relationship Type="http://schemas.openxmlformats.org/officeDocument/2006/relationships/slide" Target="/ppt/slides/slide4.xml" Id="Rfe4f5b1bc7bf4eb5" /><Relationship Type="http://schemas.openxmlformats.org/officeDocument/2006/relationships/slide" Target="/ppt/slides/slide5.xml" Id="R26ffffaddef04af2" /><Relationship Type="http://schemas.openxmlformats.org/officeDocument/2006/relationships/slide" Target="/ppt/slides/slide6.xml" Id="R91977f9e51584abe" /><Relationship Type="http://schemas.openxmlformats.org/officeDocument/2006/relationships/slide" Target="/ppt/slides/slide7.xml" Id="R45b3487a791847d9" /><Relationship Type="http://schemas.openxmlformats.org/officeDocument/2006/relationships/slide" Target="/ppt/slides/slide8.xml" Id="Rc8439e80a4a444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f5c50d3c1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eb4b042e8438b" /><Relationship Type="http://schemas.openxmlformats.org/officeDocument/2006/relationships/notesMaster" Target="/ppt/notesMasters/notesMaster1.xml" Id="Rc35685c9de3443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9db51ae8f64996" /><Relationship Type="http://schemas.openxmlformats.org/officeDocument/2006/relationships/notesMaster" Target="/ppt/notesMasters/notesMaster1.xml" Id="Ra9ae2405c6b7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1350612d564352" /><Relationship Type="http://schemas.openxmlformats.org/officeDocument/2006/relationships/notesMaster" Target="/ppt/notesMasters/notesMaster1.xml" Id="R1b980d48eb0c49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44c0d8106844a7" /><Relationship Type="http://schemas.openxmlformats.org/officeDocument/2006/relationships/notesMaster" Target="/ppt/notesMasters/notesMaster1.xml" Id="R56e35e6f7faf47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063c2c5c44d71" /><Relationship Type="http://schemas.openxmlformats.org/officeDocument/2006/relationships/notesMaster" Target="/ppt/notesMasters/notesMaster1.xml" Id="R6c0ace540b83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e89d72edac4df3" /><Relationship Type="http://schemas.openxmlformats.org/officeDocument/2006/relationships/notesMaster" Target="/ppt/notesMasters/notesMaster1.xml" Id="Rf1815a709cfa49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7020be97294922" /><Relationship Type="http://schemas.openxmlformats.org/officeDocument/2006/relationships/notesMaster" Target="/ppt/notesMasters/notesMaster1.xml" Id="Ra7c26a96f7e1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6bfc671d9a4eca" /><Relationship Type="http://schemas.openxmlformats.org/officeDocument/2006/relationships/notesMaster" Target="/ppt/notesMasters/notesMaster1.xml" Id="Re8f24159edea42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fd1b3277c48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64a0d1dab545f3" /><Relationship Type="http://schemas.openxmlformats.org/officeDocument/2006/relationships/slideLayout" Target="/ppt/slideLayouts/slideLayout1.xml" Id="R70a2e89a9c554e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a2e89a9c554e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9cc96d8a04b1f" /><Relationship Type="http://schemas.openxmlformats.org/officeDocument/2006/relationships/notesSlide" Target="/ppt/notesSlides/notesSlide1.xml" Id="Rbc37f8083e2148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0d33737e44e55" /><Relationship Type="http://schemas.openxmlformats.org/officeDocument/2006/relationships/notesSlide" Target="/ppt/notesSlides/notesSlide2.xml" Id="Re7439291aa3f40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078aa9a1241b7" /><Relationship Type="http://schemas.openxmlformats.org/officeDocument/2006/relationships/notesSlide" Target="/ppt/notesSlides/notesSlide3.xml" Id="Rd4aac298349a48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ee552dbd14dc7" /><Relationship Type="http://schemas.openxmlformats.org/officeDocument/2006/relationships/notesSlide" Target="/ppt/notesSlides/notesSlide4.xml" Id="Rd227fa3f308d4b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c0f5bbfdc496f" /><Relationship Type="http://schemas.openxmlformats.org/officeDocument/2006/relationships/notesSlide" Target="/ppt/notesSlides/notesSlide5.xml" Id="R47ecf4e73b15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82cabccb74075" /><Relationship Type="http://schemas.openxmlformats.org/officeDocument/2006/relationships/notesSlide" Target="/ppt/notesSlides/notesSlide6.xml" Id="R492560dd2b164f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8791ca46345a0" /><Relationship Type="http://schemas.openxmlformats.org/officeDocument/2006/relationships/notesSlide" Target="/ppt/notesSlides/notesSlide7.xml" Id="R67b164056c8548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01872f29f4fd3" /><Relationship Type="http://schemas.openxmlformats.org/officeDocument/2006/relationships/notesSlide" Target="/ppt/notesSlides/notesSlide8.xml" Id="Rafe6cefb7db046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A347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FA646-D64F-42AD-AC90-C6D0712D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DFFF"/>
                </a:solidFill>
              </a:defRPr>
            </a:pPr>
            <a:r>
              <a:rPr sz="1350" b="1">
                <a:solidFill>
                  <a:srgbClr val="D7DFFF"/>
                </a:solidFill>
              </a:rPr>
              <a:t>LEVEL 02 · WORKFLOW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CFDBF-DCDA-4159-AAC5-3CC22C20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답을 받는 대신,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76F25-2008-49B3-B938-76D150B7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C5EC59"/>
                </a:solidFill>
              </a:defRPr>
            </a:pPr>
            <a:r>
              <a:rPr sz="4950" b="1">
                <a:solidFill>
                  <a:srgbClr val="C5EC59"/>
                </a:solidFill>
              </a:rPr>
              <a:t>다음 행동을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F953B-42F1-4657-B3E9-880483D0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E84EF-F5B0-4A6C-91B1-757F29A1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4E8F9"/>
                </a:solidFill>
              </a:defRPr>
            </a:pPr>
            <a:r>
              <a:rPr sz="2025" b="0">
                <a:solidFill>
                  <a:srgbClr val="E4E8F9"/>
                </a:solidFill>
              </a:rPr>
              <a:t>AI의 답을 검토하고, 내가 할 수 있는 행동으로 바꾸는 웹 워크플로입니다.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09BF-38CE-4250-B638-FD72DDA3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047875" cy="2047875"/>
          </a:xfrm>
          <a:prstGeom xmlns:a="http://schemas.openxmlformats.org/drawingml/2006/main" prst="roundRect">
            <a:avLst>
              <a:gd name="adj" fmla="val 11163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E52BD-58F4-4744-8883-86BE3BCF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8600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C5EC59"/>
                </a:solidFill>
              </a:defRPr>
            </a:pPr>
            <a:r>
              <a:rPr sz="4050" b="1">
                <a:solidFill>
                  <a:srgbClr val="C5EC59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8CFC1-E45F-44E4-8F93-FDE2E137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575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AI와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협업하기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1AFBB-5506-49E2-9DA2-EBA620D4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103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DFFF"/>
                </a:solidFill>
              </a:defRPr>
            </a:pPr>
            <a:r>
              <a:rPr sz="1200" b="1">
                <a:solidFill>
                  <a:srgbClr val="D7DFFF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628487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68EE3-6E92-4302-9CB1-D6CC64C4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AB45C-DC94-4169-8EF9-6D327809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02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9D2D1-71E8-434C-8E21-C9FE527D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D02B3-B05F-4547-8AD0-55DD59DF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7CF"/>
                </a:solidFill>
              </a:defRPr>
            </a:pPr>
            <a:r>
              <a:rPr sz="1275" b="1">
                <a:solidFill>
                  <a:srgbClr val="7A57CF"/>
                </a:solidFill>
              </a:rPr>
              <a:t>AI의 역할을 나누기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83902-8C15-4DD1-8530-2A9FA619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AI가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53BD9-6FEE-4144-B9C4-4D4AFACD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57CF"/>
                </a:solidFill>
              </a:defRPr>
            </a:pPr>
            <a:r>
              <a:rPr sz="4350" b="1">
                <a:solidFill>
                  <a:srgbClr val="7A57CF"/>
                </a:solidFill>
              </a:rPr>
              <a:t>결정을 대신하지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21EAE-9DA2-42C4-A8D7-089D45A4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BBDF7-6A37-4C81-BD97-52964ED3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A57CF"/>
                </a:solidFill>
              </a:defRPr>
            </a:pPr>
            <a:r>
              <a:rPr sz="2025" b="1">
                <a:solidFill>
                  <a:srgbClr val="7A57CF"/>
                </a:solidFill>
              </a:rPr>
              <a:t>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8892F-33FC-4D47-BC86-A58AEC5F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147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내 상황과 질문을 정리한다.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995F2-1F85-4E3D-B69D-4B9BFF3A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D84A4-914C-4055-AF1A-A1909C4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A57CF"/>
                </a:solidFill>
              </a:defRPr>
            </a:pPr>
            <a:r>
              <a:rPr sz="2025" b="1">
                <a:solidFill>
                  <a:srgbClr val="7A57CF"/>
                </a:solidFill>
              </a:rPr>
              <a:t>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769FA-575D-4DA5-9D30-9DD180DE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005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아이디어·순서·표현을 제안한다.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0D580-100F-4E21-AE30-58DAFB7E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7369C-F06E-4380-8D0C-B10132A5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A57CF"/>
                </a:solidFill>
              </a:defRPr>
            </a:pPr>
            <a:r>
              <a:rPr sz="2025" b="1">
                <a:solidFill>
                  <a:srgbClr val="7A57CF"/>
                </a:solidFill>
              </a:rPr>
              <a:t>학생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9F7EA-8AB8-4551-80ED-7D44A041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863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답을 읽고 다음 행동을 고른다.</a:t>
            </a:r>
          </a:p>
        </p:txBody>
      </p:sp>
    </p:spTree>
    <p:extLst>
      <p:ext uri="{BB962C8B-B14F-4D97-AF65-F5344CB8AC3E}">
        <p14:creationId xmlns:p14="http://schemas.microsoft.com/office/powerpoint/2010/main" val="1530523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EF6ED-D1D4-40A6-ACF6-3E4F207D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3B9BE-F202-49C6-8E05-235765AC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03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13755-5744-4EB5-95B9-FAA0F3E6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48EA3-76F2-4346-A741-062BBE69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7CF"/>
                </a:solidFill>
              </a:defRPr>
            </a:pPr>
            <a:r>
              <a:rPr sz="1275" b="1">
                <a:solidFill>
                  <a:srgbClr val="7A57CF"/>
                </a:solidFill>
              </a:rPr>
              <a:t>워크플로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5C444-6B0A-4A79-B260-70A278C4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한 번의 답변보다,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551DF-D845-4B89-8EA4-1F182830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57CF"/>
                </a:solidFill>
              </a:defRPr>
            </a:pPr>
            <a:r>
              <a:rPr sz="4350" b="1">
                <a:solidFill>
                  <a:srgbClr val="7A57CF"/>
                </a:solidFill>
              </a:rPr>
              <a:t>흐름을 설계합니다.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B2EB5-0CCD-400E-B9E9-19AE9068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B5E66-7BEA-4B5D-8163-F9155F7B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A57CF"/>
                </a:solidFill>
              </a:defRPr>
            </a:pPr>
            <a:r>
              <a:rPr sz="1875" b="1">
                <a:solidFill>
                  <a:srgbClr val="7A57CF"/>
                </a:solidFill>
              </a:rPr>
              <a:t>상황 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19B78-3AD5-4110-B695-D52526A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1329A-3AAA-4CE3-A8EE-CB325CB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72A37-700C-4AEC-BF4D-D736307D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A57CF"/>
                </a:solidFill>
              </a:defRPr>
            </a:pPr>
            <a:r>
              <a:rPr sz="1875" b="1">
                <a:solidFill>
                  <a:srgbClr val="7A57CF"/>
                </a:solidFill>
              </a:rPr>
              <a:t>질문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86DE4-650F-42A4-A9CA-F5645BB2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6D2C0-0D4F-4B39-8164-DD549962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19550"/>
            <a:ext cx="2143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AAD73-D490-439B-AFE4-EABC74DF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386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A57CF"/>
                </a:solidFill>
              </a:defRPr>
            </a:pPr>
            <a:r>
              <a:rPr sz="1875" b="1">
                <a:solidFill>
                  <a:srgbClr val="7A57CF"/>
                </a:solidFill>
              </a:rPr>
              <a:t>답변 검토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9DC8C-1915-4CBC-BE02-E90B02D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6F191-5794-4C70-8180-7EDAC0D3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955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6110C-007E-4F50-A5C8-9E97808D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A57CF"/>
                </a:solidFill>
              </a:defRPr>
            </a:pPr>
            <a:r>
              <a:rPr sz="1875" b="1">
                <a:solidFill>
                  <a:srgbClr val="7A57CF"/>
                </a:solidFill>
              </a:rPr>
              <a:t>행동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D9C57-B8AB-4DE7-8FF5-BB794BF5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9BD5F-3593-4F7A-8195-8060BFCF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입력 → 질문 → AI 답 → 내가 고른 실행 카드</a:t>
            </a:r>
          </a:p>
        </p:txBody>
      </p:sp>
    </p:spTree>
    <p:extLst>
      <p:ext uri="{BB962C8B-B14F-4D97-AF65-F5344CB8AC3E}">
        <p14:creationId xmlns:p14="http://schemas.microsoft.com/office/powerpoint/2010/main" val="479530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ABC04-CB34-4534-84F8-024DECB1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1425C-97D0-46DF-85C5-2A1A98DA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04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9A70B-96AF-442D-A4BC-B49C1D1A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82694-C64E-4BD2-B575-9A33892C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7CF"/>
                </a:solidFill>
              </a:defRPr>
            </a:pPr>
            <a:r>
              <a:rPr sz="1275" b="1">
                <a:solidFill>
                  <a:srgbClr val="7A57CF"/>
                </a:solidFill>
              </a:rPr>
              <a:t>구분하기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8C831-1C75-4ABC-BE3D-BFC7CAED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세 가지는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A9674-1F72-4E6C-8AC8-CD1AA5B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57CF"/>
                </a:solidFill>
              </a:defRPr>
            </a:pPr>
            <a:r>
              <a:rPr sz="4350" b="1">
                <a:solidFill>
                  <a:srgbClr val="7A57CF"/>
                </a:solidFill>
              </a:rPr>
              <a:t>서로 섞이지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EAE16-D74E-4017-859D-DAEBC46E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526AF-FBB5-4CA2-B87D-CC78AE8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57CF"/>
                </a:solidFill>
              </a:defRPr>
            </a:pPr>
            <a:r>
              <a:rPr sz="1575" b="1">
                <a:solidFill>
                  <a:srgbClr val="7A57CF"/>
                </a:solidFill>
              </a:rPr>
              <a:t>내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73E69-307C-4C3F-9EC5-A708E43F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현재 상황과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막힌 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56615-F5B3-4206-A109-F53AC801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E6108-1F1D-4B35-A81A-B87B14EE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57CF"/>
                </a:solidFill>
              </a:defRPr>
            </a:pPr>
            <a:r>
              <a:rPr sz="1575" b="1">
                <a:solidFill>
                  <a:srgbClr val="7A57CF"/>
                </a:solidFill>
              </a:rPr>
              <a:t>AI의 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B41C6-9705-434A-84F9-14CE92C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제안·표현·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아이디어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70601-12AE-45ED-8835-511F7F08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C9B17-04AD-4672-BE4F-68DB0832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57CF"/>
                </a:solidFill>
              </a:defRPr>
            </a:pPr>
            <a:r>
              <a:rPr sz="1575" b="1">
                <a:solidFill>
                  <a:srgbClr val="7A57CF"/>
                </a:solidFill>
              </a:rPr>
              <a:t>내 계획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59ADB-2F48-44DC-BE1D-02F3DD13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오늘 실제로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할 행동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996F3-C409-4B2F-9332-B8215257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D65DA-5184-44C0-8EBC-28E62466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AI의 답은 자동 실행하지 않고, 학생이 읽고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1553765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A341B-BDE2-486F-9ED8-154B127E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40696-016B-4C6F-ACB5-9771B118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05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BE26A-0E95-4346-9AC7-9687BE47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BF6B6-2776-4C01-86E0-1D3E9097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7CF"/>
                </a:solidFill>
              </a:defRPr>
            </a:pPr>
            <a:r>
              <a:rPr sz="1275" b="1">
                <a:solidFill>
                  <a:srgbClr val="7A57CF"/>
                </a:solidFill>
              </a:rPr>
              <a:t>AI 요청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8F991-8748-47DF-9BAB-AD3BDBB2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좋은 질문은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A0D20-1148-4120-AF39-AFA3C4A5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57CF"/>
                </a:solidFill>
              </a:defRPr>
            </a:pPr>
            <a:r>
              <a:rPr sz="4350" b="1">
                <a:solidFill>
                  <a:srgbClr val="7A57CF"/>
                </a:solidFill>
              </a:rPr>
              <a:t>필요한 정보를 담습니다.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DBA31-E4AF-4FA8-BA73-5E40319F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620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13308-0D1E-44E6-851B-6EB8CF15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B2D"/>
                </a:solidFill>
              </a:defRPr>
            </a:pPr>
            <a:r>
              <a:rPr sz="2175" b="1">
                <a:solidFill>
                  <a:srgbClr val="171B2D"/>
                </a:solidFill>
              </a:rPr>
              <a:t>현재 상황 · 원하는 도움 · 오늘 가능한 범위 · 답하지 말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1218F-13A1-4593-82C6-91B6D99A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85F2A-F10A-4E39-BA82-B7F6281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긴 설명보다, 지금 단계에서 필요한 정보를 분명하게 말합니다.</a:t>
            </a:r>
          </a:p>
        </p:txBody>
      </p:sp>
    </p:spTree>
    <p:extLst>
      <p:ext uri="{BB962C8B-B14F-4D97-AF65-F5344CB8AC3E}">
        <p14:creationId xmlns:p14="http://schemas.microsoft.com/office/powerpoint/2010/main" val="810288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C2985-B553-44EE-9DE4-BBA050C2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9618C-1F2F-4571-B2B3-203AC4DD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06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BAB22-81E1-41AE-AA9A-390351C2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A6E88-FC12-4FF5-8881-5D2930A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7CF"/>
                </a:solidFill>
              </a:defRPr>
            </a:pPr>
            <a:r>
              <a:rPr sz="1275" b="1">
                <a:solidFill>
                  <a:srgbClr val="7A57CF"/>
                </a:solidFill>
              </a:rPr>
              <a:t>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288B9-9860-4BFF-8873-5B9295C9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오늘은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9D0A7-9F0C-40DF-B613-1EC7C0B0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57CF"/>
                </a:solidFill>
              </a:defRPr>
            </a:pPr>
            <a:r>
              <a:rPr sz="4350" b="1">
                <a:solidFill>
                  <a:srgbClr val="7A57CF"/>
                </a:solidFill>
              </a:rPr>
              <a:t>행동 세 개면 충분합니다.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D977E-13AA-4CDC-9B17-5B4E5F92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05807-F308-47DC-B07D-1877DC59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57CF"/>
                </a:solidFill>
              </a:defRPr>
            </a:pPr>
            <a:r>
              <a:rPr sz="1875" b="1">
                <a:solidFill>
                  <a:srgbClr val="7A57CF"/>
                </a:solidFill>
              </a:rPr>
              <a:t>작게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269A7-0692-4918-8169-8358CAEB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오늘 할 수 있는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행동만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88168-A1DF-4C20-B20B-1211E175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1A98-8949-4BE7-A1D6-5737B1C4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57CF"/>
                </a:solidFill>
              </a:defRPr>
            </a:pPr>
            <a:r>
              <a:rPr sz="1875" b="1">
                <a:solidFill>
                  <a:srgbClr val="7A57CF"/>
                </a:solidFill>
              </a:rPr>
              <a:t>분명하게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F2416-C6FD-4236-8648-3759E65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AI 답과 내 계획을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구분한다.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DAFA0-4EAD-4B28-AF24-12777EC6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F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BAA90-6096-4FFA-83E0-ACDD7BAD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57CF"/>
                </a:solidFill>
              </a:defRPr>
            </a:pPr>
            <a:r>
              <a:rPr sz="1875" b="1">
                <a:solidFill>
                  <a:srgbClr val="7A57CF"/>
                </a:solidFill>
              </a:rPr>
              <a:t>기록하게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9919C-02C1-482B-892E-02F7E26F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새로고침 뒤에도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계획을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875421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E3C3E-5F98-4FD7-8C6B-B7F09928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93905-BE67-45A4-B1BA-6C442CC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07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8AE76-1FE0-4D15-9C7D-B1C115E7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D4D9A-965A-4035-A360-B66815F5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7CF"/>
                </a:solidFill>
              </a:defRPr>
            </a:pPr>
            <a:r>
              <a:rPr sz="1275" b="1">
                <a:solidFill>
                  <a:srgbClr val="7A57CF"/>
                </a:solidFill>
              </a:rPr>
              <a:t>안전한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BBEE2-1B18-4E34-ACBD-08D95BD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AI를 쓸 때도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7D593-1B18-4995-8100-DAB303B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57CF"/>
                </a:solidFill>
              </a:defRPr>
            </a:pPr>
            <a:r>
              <a:rPr sz="4350" b="1">
                <a:solidFill>
                  <a:srgbClr val="7A57CF"/>
                </a:solidFill>
              </a:rPr>
              <a:t>내 판단이 남아야 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8667-5D16-456C-93E6-515BC35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B669B-4C41-4BEE-BE1C-097CEFE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57CF"/>
                </a:solidFill>
              </a:defRPr>
            </a:pPr>
            <a:r>
              <a:rPr sz="1200" b="1">
                <a:solidFill>
                  <a:srgbClr val="7A57C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7D9FD-5443-473D-97FB-45BC4BB4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596E6-13ED-4B51-B267-DC2D1F61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내 상황에 맞지 않는 조언은 지운다.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F738E-1050-4414-BB46-4B094104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34AB4-DEC6-46F0-B308-7DCFB8CF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57CF"/>
                </a:solidFill>
              </a:defRPr>
            </a:pPr>
            <a:r>
              <a:rPr sz="1200" b="1">
                <a:solidFill>
                  <a:srgbClr val="7A57C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9613E-25A2-4B32-A97A-A92BA728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81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E9926-48D3-41EA-9675-91B03DD6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815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오늘 실행할 행동은 내가 고른다.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B60EA-502B-4B31-8566-AA35B66B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8B66B-3439-45C2-AE8D-E374992B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57CF"/>
                </a:solidFill>
              </a:defRPr>
            </a:pPr>
            <a:r>
              <a:rPr sz="1200" b="1">
                <a:solidFill>
                  <a:srgbClr val="7A57C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497FD-D9B1-49A1-86E2-5CB1C0D7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보호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0FC42-3335-4B75-966D-DF05E220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006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개인정보·비밀번호를 넣지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45470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9E43D-4F2C-4091-93D2-1B908BF0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B6AB4-27F8-4231-9805-096724BF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08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1C7ED-1BB3-4786-B826-E79A5468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52F3B-A45A-4AB3-985B-412CF5A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7CF"/>
                </a:solidFill>
              </a:defRPr>
            </a:pPr>
            <a:r>
              <a:rPr sz="1275" b="1">
                <a:solidFill>
                  <a:srgbClr val="7A57CF"/>
                </a:solidFill>
              </a:rPr>
              <a:t>마무리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56410-CEB6-459A-B2B9-AB549BD8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이제, 내 문제를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6474E-5A28-4414-883D-E89B5B7F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57CF"/>
                </a:solidFill>
              </a:defRPr>
            </a:pPr>
            <a:r>
              <a:rPr sz="4350" b="1">
                <a:solidFill>
                  <a:srgbClr val="7A57CF"/>
                </a:solidFill>
              </a:rPr>
              <a:t>다음 행동으로 바꿉니다.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85C70-3BD8-452D-A6FA-CDFE0FDA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64C79-7D02-49DC-8185-A248695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57CF"/>
                </a:solidFill>
              </a:defRPr>
            </a:pPr>
            <a:r>
              <a:rPr sz="1200" b="1">
                <a:solidFill>
                  <a:srgbClr val="7A57C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01DF1-3EA5-4FCA-8E36-8A93CE31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내가 해결하고 싶은 문제는 무엇인가?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0DD53-6829-4541-B317-136F11FD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991F3-E1DD-4C41-8373-7DE8FD10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57CF"/>
                </a:solidFill>
              </a:defRPr>
            </a:pPr>
            <a:r>
              <a:rPr sz="1200" b="1">
                <a:solidFill>
                  <a:srgbClr val="7A57C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9ECEF-82DE-48E5-974B-043860DF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AI에게 어떤 도움을 물을 것인가?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B7C99-F0E4-4AAA-9B2D-63032F0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CBA8E-B637-47C5-A732-965B542E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57CF"/>
                </a:solidFill>
              </a:defRPr>
            </a:pPr>
            <a:r>
              <a:rPr sz="1200" b="1">
                <a:solidFill>
                  <a:srgbClr val="7A57C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9CC71-4E2C-4750-A05F-EFA35B35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오늘 내가 실행할 한 가지는 무엇인가?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46F1F-81EE-48F1-9A72-5CB0472D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AD9FC-BB61-4E27-868E-9CCD5B70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Level 2의 완성은 답변이 아니라, 다음 행동이 보이는 워크플로입니다.</a:t>
            </a:r>
          </a:p>
        </p:txBody>
      </p:sp>
    </p:spTree>
    <p:extLst>
      <p:ext uri="{BB962C8B-B14F-4D97-AF65-F5344CB8AC3E}">
        <p14:creationId xmlns:p14="http://schemas.microsoft.com/office/powerpoint/2010/main" val="1063949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2026-08-23T03:06:29.9710000Z</dcterms:created>
  <dcterms:modified xsi:type="dcterms:W3CDTF">2026-08-23T03:06:29.9710000Z</dcterms:modified>
</coreProperties>
</file>