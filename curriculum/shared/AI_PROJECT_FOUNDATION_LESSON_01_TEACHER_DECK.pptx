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6732f95f34a10" /><Relationship Type="http://schemas.openxmlformats.org/officeDocument/2006/relationships/extended-properties" Target="/docProps/app.xml" Id="R43e692a8e68b42ac" /><Relationship Type="http://schemas.openxmlformats.org/officeDocument/2006/relationships/officeDocument" Target="/ppt/presentation.xml" Id="Rd18c2c3e31ee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c258005c3f4006"/>
  </p:sldMasterIdLst>
  <p:notesMasterIdLst>
    <p:notesMasterId xmlns:r="http://schemas.openxmlformats.org/officeDocument/2006/relationships" r:id="Raecc52eaa33a4be3"/>
  </p:notesMasterIdLst>
  <p:sldIdLst>
    <p:sldId xmlns:r="http://schemas.openxmlformats.org/officeDocument/2006/relationships" id="256" r:id="R1059e0c1b21b4195"/>
    <p:sldId xmlns:r="http://schemas.openxmlformats.org/officeDocument/2006/relationships" id="257" r:id="R40f6c229045c4cac"/>
    <p:sldId xmlns:r="http://schemas.openxmlformats.org/officeDocument/2006/relationships" id="258" r:id="R374cf7737d4444ba"/>
    <p:sldId xmlns:r="http://schemas.openxmlformats.org/officeDocument/2006/relationships" id="259" r:id="Rbf8c7a69102f499a"/>
    <p:sldId xmlns:r="http://schemas.openxmlformats.org/officeDocument/2006/relationships" id="260" r:id="Ra07d3983d279451a"/>
    <p:sldId xmlns:r="http://schemas.openxmlformats.org/officeDocument/2006/relationships" id="261" r:id="Rfdd22233e8984869"/>
    <p:sldId xmlns:r="http://schemas.openxmlformats.org/officeDocument/2006/relationships" id="262" r:id="R3a49e498adaf4480"/>
    <p:sldId xmlns:r="http://schemas.openxmlformats.org/officeDocument/2006/relationships" id="263" r:id="R4e52fa36674c4063"/>
    <p:sldId xmlns:r="http://schemas.openxmlformats.org/officeDocument/2006/relationships" id="264" r:id="R1b1c5f73e0ee47a6"/>
    <p:sldId xmlns:r="http://schemas.openxmlformats.org/officeDocument/2006/relationships" id="265" r:id="Rb20e580dabb649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3028f4295430e" /><Relationship Type="http://schemas.openxmlformats.org/officeDocument/2006/relationships/slideMaster" Target="/ppt/slideMasters/slideMaster1.xml" Id="R8bc258005c3f4006" /><Relationship Type="http://schemas.openxmlformats.org/officeDocument/2006/relationships/notesMaster" Target="/ppt/notesMasters/notesMaster1.xml" Id="Raecc52eaa33a4be3" /><Relationship Type="http://schemas.openxmlformats.org/officeDocument/2006/relationships/presProps" Target="/ppt/presProps.xml" Id="Rf23e3304afef4f33" /><Relationship Type="http://schemas.openxmlformats.org/officeDocument/2006/relationships/tableStyles" Target="/ppt/tableStyles.xml" Id="Rd1e6979297364083" /><Relationship Type="http://schemas.openxmlformats.org/officeDocument/2006/relationships/slide" Target="/ppt/slides/slide1.xml" Id="R1059e0c1b21b4195" /><Relationship Type="http://schemas.openxmlformats.org/officeDocument/2006/relationships/slide" Target="/ppt/slides/slide2.xml" Id="R40f6c229045c4cac" /><Relationship Type="http://schemas.openxmlformats.org/officeDocument/2006/relationships/slide" Target="/ppt/slides/slide3.xml" Id="R374cf7737d4444ba" /><Relationship Type="http://schemas.openxmlformats.org/officeDocument/2006/relationships/slide" Target="/ppt/slides/slide4.xml" Id="Rbf8c7a69102f499a" /><Relationship Type="http://schemas.openxmlformats.org/officeDocument/2006/relationships/slide" Target="/ppt/slides/slide5.xml" Id="Ra07d3983d279451a" /><Relationship Type="http://schemas.openxmlformats.org/officeDocument/2006/relationships/slide" Target="/ppt/slides/slide6.xml" Id="Rfdd22233e8984869" /><Relationship Type="http://schemas.openxmlformats.org/officeDocument/2006/relationships/slide" Target="/ppt/slides/slide7.xml" Id="R3a49e498adaf4480" /><Relationship Type="http://schemas.openxmlformats.org/officeDocument/2006/relationships/slide" Target="/ppt/slides/slide8.xml" Id="R4e52fa36674c4063" /><Relationship Type="http://schemas.openxmlformats.org/officeDocument/2006/relationships/slide" Target="/ppt/slides/slide9.xml" Id="R1b1c5f73e0ee47a6" /><Relationship Type="http://schemas.openxmlformats.org/officeDocument/2006/relationships/slide" Target="/ppt/slides/slide10.xml" Id="Rb20e580dabb649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8fcdf4c63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e65ef647344706" /><Relationship Type="http://schemas.openxmlformats.org/officeDocument/2006/relationships/notesMaster" Target="/ppt/notesMasters/notesMaster1.xml" Id="Rbefd14b7a0c6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a7c0b74cd45ea" /><Relationship Type="http://schemas.openxmlformats.org/officeDocument/2006/relationships/notesMaster" Target="/ppt/notesMasters/notesMaster1.xml" Id="R3936df310b4242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1316f7ef94e07" /><Relationship Type="http://schemas.openxmlformats.org/officeDocument/2006/relationships/notesMaster" Target="/ppt/notesMasters/notesMaster1.xml" Id="R66302440b591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719b354c94ae6" /><Relationship Type="http://schemas.openxmlformats.org/officeDocument/2006/relationships/notesMaster" Target="/ppt/notesMasters/notesMaster1.xml" Id="R5b47b8c23b8d43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87c913d8af4e4e" /><Relationship Type="http://schemas.openxmlformats.org/officeDocument/2006/relationships/notesMaster" Target="/ppt/notesMasters/notesMaster1.xml" Id="Rd00c56fe8349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10985c3aa043dc" /><Relationship Type="http://schemas.openxmlformats.org/officeDocument/2006/relationships/notesMaster" Target="/ppt/notesMasters/notesMaster1.xml" Id="R996f14ec273049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d60e5002040b8" /><Relationship Type="http://schemas.openxmlformats.org/officeDocument/2006/relationships/notesMaster" Target="/ppt/notesMasters/notesMaster1.xml" Id="R0a7728ef790d47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a2ea4e1b7a417b" /><Relationship Type="http://schemas.openxmlformats.org/officeDocument/2006/relationships/notesMaster" Target="/ppt/notesMasters/notesMaster1.xml" Id="R8427f17d2ee5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f92f7e2f394c36" /><Relationship Type="http://schemas.openxmlformats.org/officeDocument/2006/relationships/notesMaster" Target="/ppt/notesMasters/notesMaster1.xml" Id="R786c809cc697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f587bdf5aa4e70" /><Relationship Type="http://schemas.openxmlformats.org/officeDocument/2006/relationships/notesMaster" Target="/ppt/notesMasters/notesMaster1.xml" Id="R1a5b3ff4796e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0e634596e40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a94c23c7c4979" /><Relationship Type="http://schemas.openxmlformats.org/officeDocument/2006/relationships/slideLayout" Target="/ppt/slideLayouts/slideLayout1.xml" Id="R91b32107b1c4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32107b1c4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4acf80011426a" /><Relationship Type="http://schemas.openxmlformats.org/officeDocument/2006/relationships/notesSlide" Target="/ppt/notesSlides/notesSlide1.xml" Id="Rf093a295095e42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163740fa247f3" /><Relationship Type="http://schemas.openxmlformats.org/officeDocument/2006/relationships/notesSlide" Target="/ppt/notesSlides/notesSlide2.xml" Id="R543be4aae829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0ca4d2ed344b1" /><Relationship Type="http://schemas.openxmlformats.org/officeDocument/2006/relationships/notesSlide" Target="/ppt/notesSlides/notesSlide3.xml" Id="Ra9cb0b989c6743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4c7fc7a0d4b51" /><Relationship Type="http://schemas.openxmlformats.org/officeDocument/2006/relationships/notesSlide" Target="/ppt/notesSlides/notesSlide4.xml" Id="R0a0cd286c5a841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409d514514848" /><Relationship Type="http://schemas.openxmlformats.org/officeDocument/2006/relationships/notesSlide" Target="/ppt/notesSlides/notesSlide5.xml" Id="R4632814e150e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b949e44b4ca2" /><Relationship Type="http://schemas.openxmlformats.org/officeDocument/2006/relationships/notesSlide" Target="/ppt/notesSlides/notesSlide6.xml" Id="R3a7d16c47a8a4c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92cbc51424912" /><Relationship Type="http://schemas.openxmlformats.org/officeDocument/2006/relationships/notesSlide" Target="/ppt/notesSlides/notesSlide7.xml" Id="Rb4cd59f4933343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5be0143a04fc5" /><Relationship Type="http://schemas.openxmlformats.org/officeDocument/2006/relationships/notesSlide" Target="/ppt/notesSlides/notesSlide8.xml" Id="R87776d280d544f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3ceb5fc824376" /><Relationship Type="http://schemas.openxmlformats.org/officeDocument/2006/relationships/notesSlide" Target="/ppt/notesSlides/notesSlide9.xml" Id="R879d8abcfa4345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496ffcf524107" /><Relationship Type="http://schemas.openxmlformats.org/officeDocument/2006/relationships/notesSlide" Target="/ppt/notesSlides/notesSlide10.xml" Id="R1261c7fe00df4a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03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048E2-74E3-46A7-B7FF-45FEF92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DEFF"/>
                </a:solidFill>
              </a:defRPr>
            </a:pPr>
            <a:r>
              <a:rPr sz="1350" b="1">
                <a:solidFill>
                  <a:srgbClr val="D4DEFF"/>
                </a:solidFill>
              </a:rPr>
              <a:t>AI PROJECT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4940C-61D7-408A-9DC0-A21F566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만들기 전에,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74C95-9403-4BBC-9CD3-EE301662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5EC59"/>
                </a:solidFill>
              </a:defRPr>
            </a:pPr>
            <a:r>
              <a:rPr sz="4950" b="1">
                <a:solidFill>
                  <a:srgbClr val="C5EC59"/>
                </a:solidFill>
              </a:rPr>
              <a:t>AI가 맡을 일부터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DD97-D526-4FE0-9DAA-21B2743D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52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D84A7-7DED-4521-95B1-73C09EF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2E8FF"/>
                </a:solidFill>
              </a:defRPr>
            </a:pPr>
            <a:r>
              <a:rPr sz="2025" b="0">
                <a:solidFill>
                  <a:srgbClr val="E2E8FF"/>
                </a:solidFill>
              </a:rPr>
              <a:t>AI 프로젝트를 시작하기 전, AI가 할 일과 내가 확인할 일을 구분합니다.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CB91-8DFD-4BA5-9736-D3E9DA8C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06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872EA-CA6A-400B-A53A-730F92C8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C5EC59"/>
                </a:solidFill>
              </a:defRPr>
            </a:pPr>
            <a:r>
              <a:rPr sz="4350" b="1">
                <a:solidFill>
                  <a:srgbClr val="C5EC59"/>
                </a:solidFill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026B2-498C-403E-9AE8-A4110176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무엇을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판단할까?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500C6-6AAD-4891-B610-4DB0EB90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10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4DEFF"/>
                </a:solidFill>
              </a:defRPr>
            </a:pPr>
            <a:r>
              <a:rPr sz="1200" b="1">
                <a:solidFill>
                  <a:srgbClr val="D4DEFF"/>
                </a:solidFill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887354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6D018-78EA-4659-9134-8F9C37C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DEB62-F7F1-4246-A8F9-02D07CF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02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1C664-E1A3-4205-A58C-5BEE38FE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8367-BB96-4118-915A-CC55AFE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9220"/>
                </a:solidFill>
              </a:defRPr>
            </a:pPr>
            <a:r>
              <a:rPr sz="1275" b="1">
                <a:solidFill>
                  <a:srgbClr val="6F9220"/>
                </a:solidFill>
              </a:rPr>
              <a:t>AI를 쓰기 전의 약속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B3316-2741-40F7-BA20-017C6AB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AI의 답은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F95DE-7E04-4F0C-AFC1-E90A756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6F9220"/>
                </a:solidFill>
              </a:defRPr>
            </a:pPr>
            <a:r>
              <a:rPr sz="4800" b="1">
                <a:solidFill>
                  <a:srgbClr val="6F9220"/>
                </a:solidFill>
              </a:rPr>
              <a:t>초안입니다.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7513F-1CB3-4415-972A-B0FCEDA7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F35F-0D76-43FA-ADC0-DFB5406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9220"/>
                </a:solidFill>
              </a:defRPr>
            </a:pPr>
            <a:r>
              <a:rPr sz="2100" b="1">
                <a:solidFill>
                  <a:srgbClr val="6F9220"/>
                </a:solidFill>
              </a:rPr>
              <a:t>사실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6C1FF-C4F8-40C9-A493-B3FE5E42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B2D"/>
                </a:solidFill>
              </a:defRPr>
            </a:pPr>
            <a:r>
              <a:rPr sz="2025" b="0">
                <a:solidFill>
                  <a:srgbClr val="171B2D"/>
                </a:solidFill>
              </a:rPr>
              <a:t>중요한 정보는 출처와 날짜를 다시 확인한다.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4230C-4901-474E-ABED-48BD6464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9553-F9D5-4C4A-AB75-4DA9741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9220"/>
                </a:solidFill>
              </a:defRPr>
            </a:pPr>
            <a:r>
              <a:rPr sz="2100" b="1">
                <a:solidFill>
                  <a:srgbClr val="6F9220"/>
                </a:solidFill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8CB68-E970-4FDC-93E4-E80CC171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910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B2D"/>
                </a:solidFill>
              </a:defRPr>
            </a:pPr>
            <a:r>
              <a:rPr sz="2025" b="0">
                <a:solidFill>
                  <a:srgbClr val="171B2D"/>
                </a:solidFill>
              </a:rPr>
              <a:t>연락처·비밀번호·친구 정보는 입력하지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D1CB6-2DF9-42C7-AE0E-892A43F9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03FF6-DBE6-4E59-8394-44E9955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9220"/>
                </a:solidFill>
              </a:defRPr>
            </a:pPr>
            <a:r>
              <a:rPr sz="2100" b="1">
                <a:solidFill>
                  <a:srgbClr val="6F9220"/>
                </a:solidFill>
              </a:rPr>
              <a:t>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6DADD-3E33-45C8-9998-6C9FB8A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B2D"/>
                </a:solidFill>
              </a:defRPr>
            </a:pPr>
            <a:r>
              <a:rPr sz="2025" b="0">
                <a:solidFill>
                  <a:srgbClr val="171B2D"/>
                </a:solidFill>
              </a:rPr>
              <a:t>AI 결과를 읽고 고친 뒤 내가 결정한다.</a:t>
            </a:r>
          </a:p>
        </p:txBody>
      </p:sp>
    </p:spTree>
    <p:extLst>
      <p:ext uri="{BB962C8B-B14F-4D97-AF65-F5344CB8AC3E}">
        <p14:creationId xmlns:p14="http://schemas.microsoft.com/office/powerpoint/2010/main" val="875377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99CE6-5F56-483B-A468-B7B26A60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D481-AE57-4042-A1D7-8B1B092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1ACBD-BACD-472F-8C9C-3C599DD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6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5FCE4-6881-4D14-97F0-4F664F5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DFF"/>
                </a:solidFill>
              </a:defRPr>
            </a:pPr>
            <a:r>
              <a:rPr sz="1275" b="1">
                <a:solidFill>
                  <a:srgbClr val="4D6DFF"/>
                </a:solidFill>
              </a:rPr>
              <a:t>첫 번째 구별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BDB26-C7C2-4266-A6F2-87797A9D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계산만 하면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E39AE-2ECB-4317-BE21-35A27E13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D6DFF"/>
                </a:solidFill>
              </a:defRPr>
            </a:pPr>
            <a:r>
              <a:rPr sz="4800" b="1">
                <a:solidFill>
                  <a:srgbClr val="4D6DFF"/>
                </a:solidFill>
              </a:rPr>
              <a:t>일반 웹앱입니다.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EF849-FD5F-435B-95E6-6568BA13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CFDB1-4059-40CB-ACF4-C25FA313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057C6"/>
                </a:solidFill>
              </a:defRPr>
            </a:pPr>
            <a:r>
              <a:rPr sz="2100" b="1">
                <a:solidFill>
                  <a:srgbClr val="4057C6"/>
                </a:solidFill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146BC-5474-413A-AD3A-812993D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E8C32-1F04-4D98-81B0-CE1293E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47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4771D-B976-40EB-9BAF-D5599266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057C6"/>
                </a:solidFill>
              </a:defRPr>
            </a:pPr>
            <a:r>
              <a:rPr sz="2100" b="1">
                <a:solidFill>
                  <a:srgbClr val="4057C6"/>
                </a:solidFill>
              </a:rPr>
              <a:t>정해진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B21EA-4ACE-40C4-8722-2F46A746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5D60A-1434-4872-A116-7563D6E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A4CDC-5766-4741-8500-4BCA2754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057C6"/>
                </a:solidFill>
              </a:defRPr>
            </a:pPr>
            <a:r>
              <a:rPr sz="2100" b="1">
                <a:solidFill>
                  <a:srgbClr val="4057C6"/>
                </a:solidFill>
              </a:rPr>
              <a:t>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3B455-CCA0-4755-AD39-E02121A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118EE-00EB-4130-AA7A-4CF1F94F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8"/>
                </a:solidFill>
              </a:defRPr>
            </a:pPr>
            <a:r>
              <a:rPr sz="1425" b="0">
                <a:solidFill>
                  <a:srgbClr val="5F6678"/>
                </a:solidFill>
              </a:rPr>
              <a:t>예: 급식 잔반량을 입력하면 합계와 그래프를 보여 준다.</a:t>
            </a:r>
          </a:p>
        </p:txBody>
      </p:sp>
    </p:spTree>
    <p:extLst>
      <p:ext uri="{BB962C8B-B14F-4D97-AF65-F5344CB8AC3E}">
        <p14:creationId xmlns:p14="http://schemas.microsoft.com/office/powerpoint/2010/main" val="1959971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396C4-FEF6-419B-99E5-BB2E911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CB50-EC8A-4350-B884-C438B127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B095C-F6E9-42B4-A978-2F5DE3B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F6CD6-EEEC-48B6-8EE3-C141A9C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88C1"/>
                </a:solidFill>
              </a:defRPr>
            </a:pPr>
            <a:r>
              <a:rPr sz="1275" b="1">
                <a:solidFill>
                  <a:srgbClr val="2788C1"/>
                </a:solidFill>
              </a:rPr>
              <a:t>두 번째 구별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5A4DA-F209-40CE-A40A-BB1B569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질문에 답을 만들면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F4FD-0452-4215-ADC5-5BA53960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788C1"/>
                </a:solidFill>
              </a:defRPr>
            </a:pPr>
            <a:r>
              <a:rPr sz="4800" b="1">
                <a:solidFill>
                  <a:srgbClr val="2788C1"/>
                </a:solidFill>
              </a:rPr>
              <a:t>AI 웹앱입니다.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8DD67-FFE7-4257-BD46-3A6F17B3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8763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75640-7590-4CE8-B7DF-B7ECDCB5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B7C"/>
                </a:solidFill>
              </a:defRPr>
            </a:pPr>
            <a:r>
              <a:rPr sz="1950" b="0">
                <a:solidFill>
                  <a:srgbClr val="506B7C"/>
                </a:solidFill>
              </a:rPr>
              <a:t>“우유팩은 어디에 버려?”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7B545-9A97-45F9-84D3-EFBB5E85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434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B2D"/>
                </a:solidFill>
              </a:defRPr>
            </a:pPr>
            <a:r>
              <a:rPr sz="2250" b="1">
                <a:solidFill>
                  <a:srgbClr val="171B2D"/>
                </a:solidFill>
              </a:rPr>
              <a:t>AI가 분리배출 방법을 설명한다.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A179A-865D-4175-A654-70E8F77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E4C86-953A-4C4F-8915-3A2B4C2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8"/>
                </a:solidFill>
              </a:defRPr>
            </a:pPr>
            <a:r>
              <a:rPr sz="1425" b="0">
                <a:solidFill>
                  <a:srgbClr val="5F6678"/>
                </a:solidFill>
              </a:rPr>
              <a:t>대답을 만들지만, 아직 여러 단계의 일을 처리하지는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44D42-8638-44DE-81EB-295CAE3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DFA42-DBA8-4F5D-BF09-392EAD5B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05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54CD6-5755-4B85-91F2-59472C5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7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1396C-5061-4733-A27D-273AC57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17425"/>
                </a:solidFill>
              </a:defRPr>
            </a:pPr>
            <a:r>
              <a:rPr sz="1275" b="1">
                <a:solidFill>
                  <a:srgbClr val="D17425"/>
                </a:solidFill>
              </a:rPr>
              <a:t>세 번째 구별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0BFA2-C891-427A-BDF0-C61E3EE1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순서가 미리 정해지면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6520F-1B57-4714-9635-5321BF00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D17425"/>
                </a:solidFill>
              </a:defRPr>
            </a:pPr>
            <a:r>
              <a:rPr sz="4800" b="1">
                <a:solidFill>
                  <a:srgbClr val="D17425"/>
                </a:solidFill>
              </a:rPr>
              <a:t>AI Workflow입니다.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D1306-0CBF-4353-B035-12448F49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A5F8A-67AD-4976-95B3-FF20C3F9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55F19"/>
                </a:solidFill>
              </a:defRPr>
            </a:pPr>
            <a:r>
              <a:rPr sz="2025" b="1">
                <a:solidFill>
                  <a:srgbClr val="B55F19"/>
                </a:solidFill>
              </a:rPr>
              <a:t>비속어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3C1A9-A189-4448-A2BA-ACB2E5AB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9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168B7-198D-498B-9406-91D45F25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2AD4F-DDA3-41DE-81B2-8B115B94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55F19"/>
                </a:solidFill>
              </a:defRPr>
            </a:pPr>
            <a:r>
              <a:rPr sz="2025" b="1">
                <a:solidFill>
                  <a:srgbClr val="B55F19"/>
                </a:solidFill>
              </a:rPr>
              <a:t>바른 표현 만들기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A12E8-84AD-42C4-9BFE-5B67F15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9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C1469-07BA-45A4-BBB2-29053CFC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9C8D3-00EF-4C62-88C2-8BF1D5C4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55F19"/>
                </a:solidFill>
              </a:defRPr>
            </a:pPr>
            <a:r>
              <a:rPr sz="2025" b="1">
                <a:solidFill>
                  <a:srgbClr val="B55F19"/>
                </a:solidFill>
              </a:rPr>
              <a:t>결과 출력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F8198-8F73-41BC-B2C8-B26F794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33823-2221-4F33-BE7F-DA62E599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8"/>
                </a:solidFill>
              </a:defRPr>
            </a:pPr>
            <a:r>
              <a:rPr sz="1425" b="0">
                <a:solidFill>
                  <a:srgbClr val="5F6678"/>
                </a:solidFill>
              </a:rPr>
              <a:t>AI를 여러 번 써도, 정해진 순서로 움직이면 Workflow입니다.</a:t>
            </a:r>
          </a:p>
        </p:txBody>
      </p:sp>
    </p:spTree>
    <p:extLst>
      <p:ext uri="{BB962C8B-B14F-4D97-AF65-F5344CB8AC3E}">
        <p14:creationId xmlns:p14="http://schemas.microsoft.com/office/powerpoint/2010/main" val="1469694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5CEFE-D892-47E0-BBE4-F64B67B4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89E6F-0B7E-41EC-B8D6-03E726F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06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904F2-1361-4457-9E91-2A943D7C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6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06964-0AD4-4DB0-A859-DCD129D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DFF"/>
                </a:solidFill>
              </a:defRPr>
            </a:pPr>
            <a:r>
              <a:rPr sz="1275" b="1">
                <a:solidFill>
                  <a:srgbClr val="4D6DFF"/>
                </a:solidFill>
              </a:rPr>
              <a:t>핵심 개념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545CB-0670-432B-870A-B291108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상황을 보고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B3044-3A13-46F5-AD05-3D2B3E23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D6DFF"/>
                </a:solidFill>
              </a:defRPr>
            </a:pPr>
            <a:r>
              <a:rPr sz="4800" b="1">
                <a:solidFill>
                  <a:srgbClr val="4D6DFF"/>
                </a:solidFill>
              </a:rPr>
              <a:t>다음 일을 판단하면?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861ED-C7AD-479F-B9DC-1514063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42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3AD2C-C74F-40D7-8DB0-593A04C8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057C6"/>
                </a:solidFill>
              </a:defRPr>
            </a:pPr>
            <a:r>
              <a:rPr sz="2025" b="1">
                <a:solidFill>
                  <a:srgbClr val="4057C6"/>
                </a:solidFill>
              </a:rPr>
              <a:t>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9E932-EA24-4CAD-AB9A-6C7EADB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427E0-0D5B-4754-A115-67BC1CCD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C416F-3FA3-44B1-BE6F-270D417F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1957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057C6"/>
                </a:solidFill>
              </a:defRPr>
            </a:pPr>
            <a:r>
              <a:rPr sz="2025" b="1">
                <a:solidFill>
                  <a:srgbClr val="4057C6"/>
                </a:solidFill>
              </a:rPr>
              <a:t>상황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2EAE8-D221-4130-8B74-1AA17068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E7BA8-F574-4C1E-8366-391FB792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142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DDE51-3EA0-49AB-8DBA-E9087154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95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057C6"/>
                </a:solidFill>
              </a:defRPr>
            </a:pPr>
            <a:r>
              <a:rPr sz="2025" b="1">
                <a:solidFill>
                  <a:srgbClr val="4057C6"/>
                </a:solidFill>
              </a:rPr>
              <a:t>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2B00D-10BE-4B51-A083-03B65E29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8FA98-9BF9-4062-ABC7-17DEBD7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142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D3B15-FD65-4780-A413-78950D6E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95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057C6"/>
                </a:solidFill>
              </a:defRPr>
            </a:pPr>
            <a:r>
              <a:rPr sz="2025" b="1">
                <a:solidFill>
                  <a:srgbClr val="4057C6"/>
                </a:solidFill>
              </a:rPr>
              <a:t>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C0499-F7C9-44F6-99F7-20390A2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AFDEA-1373-4F33-A5D0-23C6223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8"/>
                </a:solidFill>
              </a:defRPr>
            </a:pPr>
            <a:r>
              <a:rPr sz="1425" b="0">
                <a:solidFill>
                  <a:srgbClr val="5F6678"/>
                </a:solidFill>
              </a:rPr>
              <a:t>AI Agent는 목표와 현재 상황을 보고 무엇을 우선할지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768338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49FF1-8295-4BD9-B840-8F2500A2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9600A-AF1C-4C80-B570-8FEE805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A1EE6-1163-496C-8736-F80CDBEA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18F8A-CA0F-4911-B000-0D472D9B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9220"/>
                </a:solidFill>
              </a:defRPr>
            </a:pPr>
            <a:r>
              <a:rPr sz="1275" b="1">
                <a:solidFill>
                  <a:srgbClr val="6F9220"/>
                </a:solidFill>
              </a:rPr>
              <a:t>한 단계 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8C89F-B3F3-4802-8A6C-3FD4397A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결과를 보고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C57AA-BBEC-4F89-B28F-9E11E94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6F9220"/>
                </a:solidFill>
              </a:defRPr>
            </a:pPr>
            <a:r>
              <a:rPr sz="4800" b="1">
                <a:solidFill>
                  <a:srgbClr val="6F9220"/>
                </a:solidFill>
              </a:rPr>
              <a:t>계획까지 고치면?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B1E99-AD98-4892-936F-E8FCF6A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BC1A6-078C-493F-8814-2709153B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7217"/>
                </a:solidFill>
              </a:defRPr>
            </a:pPr>
            <a:r>
              <a:rPr sz="2025" b="1">
                <a:solidFill>
                  <a:srgbClr val="517217"/>
                </a:solidFill>
              </a:rPr>
              <a:t>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17894-EABF-4896-A2A6-9FEBAC9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5C574-40B2-4547-AB16-49CA0E43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96190-D651-4F44-A1B8-0A7E5EB7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95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7217"/>
                </a:solidFill>
              </a:defRPr>
            </a:pPr>
            <a:r>
              <a:rPr sz="2025" b="1">
                <a:solidFill>
                  <a:srgbClr val="517217"/>
                </a:solidFill>
              </a:rPr>
              <a:t>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625EF-5310-4A63-9BAC-B99628A5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F6678"/>
                </a:solidFill>
              </a:defRPr>
            </a:pPr>
            <a:r>
              <a:rPr sz="2400" b="1">
                <a:solidFill>
                  <a:srgbClr val="5F667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B194C-0169-4B99-BA2C-0D4C7F8E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525DF-C471-4920-B7E0-31506D5E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9575"/>
            <a:ext cx="228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7217"/>
                </a:solidFill>
              </a:defRPr>
            </a:pPr>
            <a:r>
              <a:rPr sz="2025" b="1">
                <a:solidFill>
                  <a:srgbClr val="517217"/>
                </a:solidFill>
              </a:rPr>
              <a:t>결과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C6A68-778A-4822-AD2B-41D4274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290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F9220"/>
                </a:solidFill>
              </a:defRPr>
            </a:pPr>
            <a:r>
              <a:rPr sz="3600" b="1">
                <a:solidFill>
                  <a:srgbClr val="6F9220"/>
                </a:solidFill>
              </a:rPr>
              <a:t>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715F2-5E2B-4110-A134-2DE54DCF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89340-72EE-48D4-9B4F-236876C2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8"/>
                </a:solidFill>
              </a:defRPr>
            </a:pPr>
            <a:r>
              <a:rPr sz="1425" b="0">
                <a:solidFill>
                  <a:srgbClr val="5F6678"/>
                </a:solidFill>
              </a:rPr>
              <a:t>Agentic AI는 결과를 확인한 뒤 다음 행동을 바꾸는 단계까지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221676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12F4A-0F41-4893-B84F-D53DF27E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0DBE8-95F9-459A-8EAF-8D80FD8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08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E2F83-49EC-4D6F-AA13-784FED4D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E1878-703F-4554-9BD6-5F941AE0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역할의 차이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14E2F-C248-4613-A2CD-22D58FA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챗봇은 대답하고,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1AC92-73BE-4E30-97A0-CC8BB7AE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A57CF"/>
                </a:solidFill>
              </a:defRPr>
            </a:pPr>
            <a:r>
              <a:rPr sz="4800" b="1">
                <a:solidFill>
                  <a:srgbClr val="7A57CF"/>
                </a:solidFill>
              </a:rPr>
              <a:t>Agent는 일을 처리합니다.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5212-3DD3-43CD-9873-5241105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7625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7DBAD-DBC5-4583-B53B-BAF5BF57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54292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8F85F-0C1B-4AA5-A050-10CF4907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69CD"/>
                </a:solidFill>
              </a:defRPr>
            </a:pPr>
            <a:r>
              <a:rPr sz="1650" b="1">
                <a:solidFill>
                  <a:srgbClr val="5569CD"/>
                </a:solidFill>
              </a:rPr>
              <a:t>CHATBOT · 챗봇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6EC03-EB32-4F3F-8CFA-946067F3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D"/>
                </a:solidFill>
              </a:defRPr>
            </a:pPr>
            <a:r>
              <a:rPr sz="2400" b="1">
                <a:solidFill>
                  <a:srgbClr val="171B2D"/>
                </a:solidFill>
              </a:rPr>
              <a:t>질문에 답하기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40273-B965-4AC4-AD32-E422B47C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8"/>
                </a:solidFill>
              </a:defRPr>
            </a:pPr>
            <a:r>
              <a:rPr sz="1725" b="0">
                <a:solidFill>
                  <a:srgbClr val="5F6678"/>
                </a:solidFill>
              </a:rPr>
              <a:t>질문 → 답변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FDDFF-9E2D-47C7-8DA3-C448CCFD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69CD"/>
                </a:solidFill>
              </a:defRPr>
            </a:pPr>
            <a:r>
              <a:rPr sz="1650" b="1">
                <a:solidFill>
                  <a:srgbClr val="5569CD"/>
                </a:solidFill>
              </a:rPr>
              <a:t>AI AGENT · 에이전트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B9678-5FF5-4B8D-B5BF-DF82DA98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D"/>
                </a:solidFill>
              </a:defRPr>
            </a:pPr>
            <a:r>
              <a:rPr sz="2400" b="1">
                <a:solidFill>
                  <a:srgbClr val="171B2D"/>
                </a:solidFill>
              </a:rPr>
              <a:t>목표를 받아 일 처리하기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61F4C-A198-4EC7-A343-4C359F0C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8"/>
                </a:solidFill>
              </a:defRPr>
            </a:pPr>
            <a:r>
              <a:rPr sz="1725" b="0">
                <a:solidFill>
                  <a:srgbClr val="5F6678"/>
                </a:solidFill>
              </a:rPr>
              <a:t>목표 → 판단·처리 → 결과</a:t>
            </a:r>
          </a:p>
        </p:txBody>
      </p:sp>
    </p:spTree>
    <p:extLst>
      <p:ext uri="{BB962C8B-B14F-4D97-AF65-F5344CB8AC3E}">
        <p14:creationId xmlns:p14="http://schemas.microsoft.com/office/powerpoint/2010/main" val="867577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C8E36-6921-495F-AA14-A654F7A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F7964-6D6A-457D-99BA-B3A1C79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09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C54B5-6809-4694-B9A0-04FADA0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FE30B-6334-473F-8A51-9DF1C0E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88C1"/>
                </a:solidFill>
              </a:defRPr>
            </a:pPr>
            <a:r>
              <a:rPr sz="1275" b="1">
                <a:solidFill>
                  <a:srgbClr val="2788C1"/>
                </a:solidFill>
              </a:rPr>
              <a:t>프로젝트에서 만나는 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7907-1923-4D63-8A9E-F825BFD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세 단어는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C10E9-D925-4B1F-83A2-E2ACC7DD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788C1"/>
                </a:solidFill>
              </a:defRPr>
            </a:pPr>
            <a:r>
              <a:rPr sz="4800" b="1">
                <a:solidFill>
                  <a:srgbClr val="2788C1"/>
                </a:solidFill>
              </a:rPr>
              <a:t>서로 다른 역할입니다.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55C0C-A39B-45BE-8999-F7B158C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10AA1-0B19-4D66-A19D-082863A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58C7"/>
                </a:solidFill>
              </a:defRPr>
            </a:pPr>
            <a:r>
              <a:rPr sz="2100" b="1">
                <a:solidFill>
                  <a:srgbClr val="3858C7"/>
                </a:solidFill>
              </a:rPr>
              <a:t>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1C78E-120A-4488-97F7-0A313CF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8"/>
                </a:solidFill>
              </a:defRPr>
            </a:pPr>
            <a:r>
              <a:rPr sz="1350" b="1">
                <a:solidFill>
                  <a:srgbClr val="5F6678"/>
                </a:solidFill>
              </a:rPr>
              <a:t>Minimum Viable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A78FB-31C8-466E-9A8A-AE3C2401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핵심 기능만 먼저 만든</a:t>
            </a:r>
          </a:p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첫 제품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B020E-DCE2-4F5A-AD98-521BAB5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15133-45AF-47D3-8AAE-C9F03BA1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58C7"/>
                </a:solidFill>
              </a:defRPr>
            </a:pPr>
            <a:r>
              <a:rPr sz="2100" b="1">
                <a:solidFill>
                  <a:srgbClr val="3858C7"/>
                </a:solidFill>
              </a:rPr>
              <a:t>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A301C-003F-422B-8BE5-CBC0DDB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8"/>
                </a:solidFill>
              </a:defRPr>
            </a:pPr>
            <a:r>
              <a:rPr sz="1350" b="1">
                <a:solidFill>
                  <a:srgbClr val="5F6678"/>
                </a:solidFill>
              </a:rPr>
              <a:t>AI가 판단·처리하는 방식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8A144-41C9-4AC5-AA1A-590494D0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상황에 따라 다음 일을</a:t>
            </a:r>
          </a:p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정하는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90620-5DAC-48B7-8929-A660360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3F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43528-2268-467D-931D-AD99FFBB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58C7"/>
                </a:solidFill>
              </a:defRPr>
            </a:pPr>
            <a:r>
              <a:rPr sz="2100" b="1">
                <a:solidFill>
                  <a:srgbClr val="3858C7"/>
                </a:solidFill>
              </a:rPr>
              <a:t>PWA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CE92C-A693-4DE4-BFE7-56D3DD9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6722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8"/>
                </a:solidFill>
              </a:defRPr>
            </a:pPr>
            <a:r>
              <a:rPr sz="1350" b="1">
                <a:solidFill>
                  <a:srgbClr val="5F6678"/>
                </a:solidFill>
              </a:rPr>
              <a:t>Progressive Web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2878B-8E4A-4D12-B29A-8CDF6B6E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웹으로 만들고 앱처럼</a:t>
            </a:r>
          </a:p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사용하는 방식</a:t>
            </a:r>
          </a:p>
        </p:txBody>
      </p:sp>
    </p:spTree>
    <p:extLst>
      <p:ext uri="{BB962C8B-B14F-4D97-AF65-F5344CB8AC3E}">
        <p14:creationId xmlns:p14="http://schemas.microsoft.com/office/powerpoint/2010/main" val="295039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48130-363F-47DF-AEFD-D80E5557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AI PROJECT FOUNDATION · LESSON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00607-BE70-4033-BB49-D1E1956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8"/>
                </a:solidFill>
              </a:defRPr>
            </a:pPr>
            <a:r>
              <a:rPr sz="1200" b="1">
                <a:solidFill>
                  <a:srgbClr val="5F6678"/>
                </a:solidFill>
              </a:rPr>
              <a:t>10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37A3-DA28-4ECD-A894-59D15340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7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8D33A-AA78-4076-A3DD-61F56C23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17425"/>
                </a:solidFill>
              </a:defRPr>
            </a:pPr>
            <a:r>
              <a:rPr sz="1275" b="1">
                <a:solidFill>
                  <a:srgbClr val="D17425"/>
                </a:solidFill>
              </a:rPr>
              <a:t>이제 내 프로젝트로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66DD3-CCD4-4BBA-9F48-1CD0F5E9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B2D"/>
                </a:solidFill>
              </a:defRPr>
            </a:pPr>
            <a:r>
              <a:rPr sz="4800" b="1">
                <a:solidFill>
                  <a:srgbClr val="171B2D"/>
                </a:solidFill>
              </a:rPr>
              <a:t>내 프로젝트에서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2C9EB-D374-4F58-87F5-AC609849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D17425"/>
                </a:solidFill>
              </a:defRPr>
            </a:pPr>
            <a:r>
              <a:rPr sz="4800" b="1">
                <a:solidFill>
                  <a:srgbClr val="D17425"/>
                </a:solidFill>
              </a:rPr>
              <a:t>AI가 맡을 일은 무엇일까?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A8902-0746-40ED-9741-9A0816FB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0FEDC-9C25-4473-A97D-86FA2A82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6E21"/>
                </a:solidFill>
              </a:defRPr>
            </a:pPr>
            <a:r>
              <a:rPr sz="1350" b="1">
                <a:solidFill>
                  <a:srgbClr val="C56E2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53C24-CF83-4CB8-B829-5474BCA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내가 해결하고 싶은 학생 생활 문제는?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560BF-598D-4FD5-B448-EC548A6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CD7BF-E4E4-41C2-9AEE-85FAD87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6E21"/>
                </a:solidFill>
              </a:defRPr>
            </a:pPr>
            <a:r>
              <a:rPr sz="1350" b="1">
                <a:solidFill>
                  <a:srgbClr val="C56E21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EBE7A-FF7A-400C-BBAB-FD32F43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AI 또는 앱이 맡으면 좋은 일은?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311C9-2403-49C5-8E5A-8277BD1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3EC53-EC0B-4CEC-B903-CD71D06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6E21"/>
                </a:solidFill>
              </a:defRPr>
            </a:pPr>
            <a:r>
              <a:rPr sz="1350" b="1">
                <a:solidFill>
                  <a:srgbClr val="C56E21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3F975-D366-4BB1-A801-63AFF9E4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B2D"/>
                </a:solidFill>
              </a:defRPr>
            </a:pPr>
            <a:r>
              <a:rPr sz="2025" b="1">
                <a:solidFill>
                  <a:srgbClr val="171B2D"/>
                </a:solidFill>
              </a:rPr>
              <a:t>내가 직접 확인하고 결정할 일은?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4B71B-52CA-4432-8221-3518491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9EE7A-BFFF-4C80-931B-43FC1770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8"/>
                </a:solidFill>
              </a:defRPr>
            </a:pPr>
            <a:r>
              <a:rPr sz="1425" b="0">
                <a:solidFill>
                  <a:srgbClr val="5F6678"/>
                </a:solidFill>
              </a:rPr>
              <a:t>학습자 수업 화면에서 각자의 생각을 적고, 다음 LEVEL을 골라 봅니다.</a:t>
            </a:r>
          </a:p>
        </p:txBody>
      </p:sp>
    </p:spTree>
    <p:extLst>
      <p:ext uri="{BB962C8B-B14F-4D97-AF65-F5344CB8AC3E}">
        <p14:creationId xmlns:p14="http://schemas.microsoft.com/office/powerpoint/2010/main" val="33965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2026-08-23T02:02:25.4850000Z</dcterms:created>
  <dcterms:modified xsi:type="dcterms:W3CDTF">2026-08-23T02:02:25.4850000Z</dcterms:modified>
</coreProperties>
</file>